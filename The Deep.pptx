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9"/>
  </p:notesMasterIdLst>
  <p:handoutMasterIdLst>
    <p:handoutMasterId r:id="rId20"/>
  </p:handoutMasterIdLst>
  <p:sldIdLst>
    <p:sldId id="265" r:id="rId5"/>
    <p:sldId id="310" r:id="rId6"/>
    <p:sldId id="320" r:id="rId7"/>
    <p:sldId id="318" r:id="rId8"/>
    <p:sldId id="322" r:id="rId9"/>
    <p:sldId id="315" r:id="rId10"/>
    <p:sldId id="311" r:id="rId11"/>
    <p:sldId id="313" r:id="rId12"/>
    <p:sldId id="312" r:id="rId13"/>
    <p:sldId id="314" r:id="rId14"/>
    <p:sldId id="316" r:id="rId15"/>
    <p:sldId id="317" r:id="rId16"/>
    <p:sldId id="321" r:id="rId17"/>
    <p:sldId id="319" r:id="rId18"/>
  </p:sldIdLst>
  <p:sldSz cx="12188825" cy="6858000"/>
  <p:notesSz cx="6858000" cy="9144000"/>
  <p:custDataLst>
    <p:tags r:id="rId21"/>
  </p:custDataLst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39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1624" autoAdjust="0"/>
  </p:normalViewPr>
  <p:slideViewPr>
    <p:cSldViewPr showGuides="1">
      <p:cViewPr varScale="1">
        <p:scale>
          <a:sx n="89" d="100"/>
          <a:sy n="89" d="100"/>
        </p:scale>
        <p:origin x="108" y="630"/>
      </p:cViewPr>
      <p:guideLst>
        <p:guide pos="3839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howGuides="1">
      <p:cViewPr varScale="1">
        <p:scale>
          <a:sx n="100" d="100"/>
          <a:sy n="100" d="100"/>
        </p:scale>
        <p:origin x="3552" y="7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tags" Target="tags/tag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handoutMaster" Target="handoutMasters/handout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범주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계열 1</c:v>
                </c:pt>
                <c:pt idx="1">
                  <c:v>계열 2</c:v>
                </c:pt>
                <c:pt idx="2">
                  <c:v>계열 3</c:v>
                </c:pt>
                <c:pt idx="3">
                  <c:v>계열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DAD-4610-AADB-6330CB6AFBB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범주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계열 1</c:v>
                </c:pt>
                <c:pt idx="1">
                  <c:v>계열 2</c:v>
                </c:pt>
                <c:pt idx="2">
                  <c:v>계열 3</c:v>
                </c:pt>
                <c:pt idx="3">
                  <c:v>계열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DAD-4610-AADB-6330CB6AFBB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401473768"/>
        <c:axId val="398691624"/>
      </c:barChart>
      <c:lineChart>
        <c:grouping val="standard"/>
        <c:varyColors val="0"/>
        <c:ser>
          <c:idx val="2"/>
          <c:order val="2"/>
          <c:tx>
            <c:strRef>
              <c:f>Sheet1!$D$1</c:f>
              <c:strCache>
                <c:ptCount val="1"/>
                <c:pt idx="0">
                  <c:v>범주 3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계열 1</c:v>
                </c:pt>
                <c:pt idx="1">
                  <c:v>계열 2</c:v>
                </c:pt>
                <c:pt idx="2">
                  <c:v>계열 3</c:v>
                </c:pt>
                <c:pt idx="3">
                  <c:v>계열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6DAD-4610-AADB-6330CB6AFBB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1473768"/>
        <c:axId val="398691624"/>
      </c:lineChart>
      <c:catAx>
        <c:axId val="40147376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ko-KR" sz="1197" b="0" i="0" u="none" strike="noStrike" kern="1200" baseline="0" noProof="0">
                <a:solidFill>
                  <a:schemeClr val="tx1">
                    <a:lumMod val="65000"/>
                    <a:lumOff val="35000"/>
                  </a:schemeClr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pPr>
            <a:endParaRPr lang="ko-KR"/>
          </a:p>
        </c:txPr>
        <c:crossAx val="398691624"/>
        <c:crosses val="autoZero"/>
        <c:auto val="1"/>
        <c:lblAlgn val="ctr"/>
        <c:lblOffset val="100"/>
        <c:noMultiLvlLbl val="0"/>
      </c:catAx>
      <c:valAx>
        <c:axId val="398691624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ko-KR" sz="1197" b="0" i="0" u="none" strike="noStrike" kern="1200" baseline="0" noProof="0">
                <a:solidFill>
                  <a:schemeClr val="tx1">
                    <a:lumMod val="65000"/>
                    <a:lumOff val="35000"/>
                  </a:schemeClr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pPr>
            <a:endParaRPr lang="ko-KR"/>
          </a:p>
        </c:txPr>
        <c:crossAx val="40147376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ko-KR" sz="1197" b="0" i="0" u="none" strike="noStrike" kern="1200" baseline="0" noProof="0">
              <a:solidFill>
                <a:schemeClr val="tx1">
                  <a:lumMod val="65000"/>
                  <a:lumOff val="35000"/>
                </a:schemeClr>
              </a:solidFill>
              <a:latin typeface="malgun gothic" panose="020B0503020000020004" pitchFamily="50" charset="-127"/>
              <a:ea typeface="malgun gothic" panose="020B0503020000020004" pitchFamily="50" charset="-127"/>
              <a:cs typeface="+mn-cs"/>
            </a:defRPr>
          </a:pPr>
          <a:endParaRPr lang="ko-KR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5">
  <dgm:title val=""/>
  <dgm:desc val=""/>
  <dgm:catLst>
    <dgm:cat type="accent1" pri="11500"/>
  </dgm:catLst>
  <dgm:styleLbl name="node0">
    <dgm:fillClrLst meth="cycle">
      <a:schemeClr val="accent1">
        <a:alpha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1">
        <a:alpha val="90000"/>
      </a:schemeClr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1">
        <a:alpha val="90000"/>
      </a:schemeClr>
      <a:schemeClr val="accent1">
        <a:alpha val="5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/>
    <dgm:txEffectClrLst/>
  </dgm:styleLbl>
  <dgm:styleLbl name="lnNode1">
    <dgm:fillClrLst>
      <a:schemeClr val="accent1">
        <a:shade val="90000"/>
      </a:schemeClr>
      <a:schemeClr val="accent1">
        <a:alpha val="50000"/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1">
        <a:shade val="80000"/>
        <a:alpha val="50000"/>
      </a:schemeClr>
      <a:schemeClr val="accent1">
        <a:alpha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1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>
        <a:alpha val="3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1">
        <a:tint val="50000"/>
        <a:alpha val="90000"/>
      </a:schemeClr>
      <a:schemeClr val="accent1">
        <a:tint val="20000"/>
        <a:alpha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fgSibTrans2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bgSibTrans2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sibTrans1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1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1">
        <a:alpha val="90000"/>
        <a:tint val="40000"/>
      </a:schemeClr>
      <a:schemeClr val="accent1">
        <a:alpha val="5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E9DE493-19D7-4EC9-97C9-5F26233F1106}" type="doc">
      <dgm:prSet loTypeId="urn:microsoft.com/office/officeart/2005/8/layout/hProcess4" loCatId="process" qsTypeId="urn:microsoft.com/office/officeart/2005/8/quickstyle/simple5" qsCatId="simple" csTypeId="urn:microsoft.com/office/officeart/2005/8/colors/accent1_5" csCatId="accent1" phldr="1"/>
      <dgm:spPr/>
      <dgm:t>
        <a:bodyPr rtlCol="0"/>
        <a:lstStyle/>
        <a:p>
          <a:pPr rtl="0"/>
          <a:endParaRPr lang="en-US"/>
        </a:p>
      </dgm:t>
    </dgm:pt>
    <dgm:pt modelId="{FB986F71-3126-4196-BD30-74AEDC39A1CA}">
      <dgm:prSet phldrT="[Text]"/>
      <dgm:spPr/>
      <dgm:t>
        <a:bodyPr rtlCol="0"/>
        <a:lstStyle/>
        <a:p>
          <a:pPr rtl="0"/>
          <a:r>
            <a:rPr lang="en-US" altLang="ko-KR" noProof="0" dirty="0">
              <a:latin typeface="malgun gothic" panose="020B0503020000020004" pitchFamily="50" charset="-127"/>
              <a:ea typeface="malgun gothic" panose="020B0503020000020004" pitchFamily="50" charset="-127"/>
            </a:rPr>
            <a:t>1</a:t>
          </a:r>
          <a:r>
            <a:rPr lang="ko-KR" altLang="en-US" noProof="0" dirty="0">
              <a:latin typeface="malgun gothic" panose="020B0503020000020004" pitchFamily="50" charset="-127"/>
              <a:ea typeface="malgun gothic" panose="020B0503020000020004" pitchFamily="50" charset="-127"/>
            </a:rPr>
            <a:t>단계 제목</a:t>
          </a:r>
        </a:p>
      </dgm:t>
    </dgm:pt>
    <dgm:pt modelId="{9B3CE34A-9B3E-4D5F-94E0-DFBB94FF5A03}" type="parTrans" cxnId="{1423FC72-83C7-4510-8021-28EAEA493E68}">
      <dgm:prSet/>
      <dgm:spPr/>
      <dgm:t>
        <a:bodyPr rtlCol="0"/>
        <a:lstStyle/>
        <a:p>
          <a:pPr rtl="0"/>
          <a:endParaRPr lang="en-US"/>
        </a:p>
      </dgm:t>
    </dgm:pt>
    <dgm:pt modelId="{D0B150DF-3AA4-454C-8652-25880449C422}" type="sibTrans" cxnId="{1423FC72-83C7-4510-8021-28EAEA493E68}">
      <dgm:prSet/>
      <dgm:spPr/>
      <dgm:t>
        <a:bodyPr rtlCol="0"/>
        <a:lstStyle/>
        <a:p>
          <a:pPr rtl="0"/>
          <a:endParaRPr lang="en-US"/>
        </a:p>
      </dgm:t>
    </dgm:pt>
    <dgm:pt modelId="{AB2E8498-CC81-452F-A895-08F3845AA347}">
      <dgm:prSet phldrT="[Text]"/>
      <dgm:spPr/>
      <dgm:t>
        <a:bodyPr rtlCol="0"/>
        <a:lstStyle/>
        <a:p>
          <a:pPr rtl="0"/>
          <a:r>
            <a:rPr lang="ko-KR" altLang="en-US" noProof="0" dirty="0">
              <a:latin typeface="malgun gothic" panose="020B0503020000020004" pitchFamily="50" charset="-127"/>
              <a:ea typeface="malgun gothic" panose="020B0503020000020004" pitchFamily="50" charset="-127"/>
            </a:rPr>
            <a:t>작업 설명</a:t>
          </a:r>
        </a:p>
      </dgm:t>
    </dgm:pt>
    <dgm:pt modelId="{4C65E2C8-0CBB-4D8C-AD60-6B0105C62B84}" type="parTrans" cxnId="{2D5B3E3B-3EE5-4072-933E-27DF5400591C}">
      <dgm:prSet/>
      <dgm:spPr/>
      <dgm:t>
        <a:bodyPr rtlCol="0"/>
        <a:lstStyle/>
        <a:p>
          <a:pPr rtl="0"/>
          <a:endParaRPr lang="en-US"/>
        </a:p>
      </dgm:t>
    </dgm:pt>
    <dgm:pt modelId="{9A1F3304-AA9E-4FBC-89BA-9095C80E47C9}" type="sibTrans" cxnId="{2D5B3E3B-3EE5-4072-933E-27DF5400591C}">
      <dgm:prSet/>
      <dgm:spPr/>
      <dgm:t>
        <a:bodyPr rtlCol="0"/>
        <a:lstStyle/>
        <a:p>
          <a:pPr rtl="0"/>
          <a:endParaRPr lang="en-US"/>
        </a:p>
      </dgm:t>
    </dgm:pt>
    <dgm:pt modelId="{BF381BD4-48DC-48BF-8C18-C307CDD4D490}">
      <dgm:prSet phldrT="[Text]"/>
      <dgm:spPr/>
      <dgm:t>
        <a:bodyPr rtlCol="0"/>
        <a:lstStyle/>
        <a:p>
          <a:pPr rtl="0"/>
          <a:r>
            <a:rPr lang="ko-KR" altLang="en-US" noProof="0" dirty="0">
              <a:latin typeface="malgun gothic" panose="020B0503020000020004" pitchFamily="50" charset="-127"/>
              <a:ea typeface="malgun gothic" panose="020B0503020000020004" pitchFamily="50" charset="-127"/>
            </a:rPr>
            <a:t>작업 설명</a:t>
          </a:r>
        </a:p>
      </dgm:t>
    </dgm:pt>
    <dgm:pt modelId="{5D881325-883F-44A1-A5FB-E01856D07A5B}" type="parTrans" cxnId="{5F9EDECD-FB20-4615-B5EC-47255B2B532F}">
      <dgm:prSet/>
      <dgm:spPr/>
      <dgm:t>
        <a:bodyPr rtlCol="0"/>
        <a:lstStyle/>
        <a:p>
          <a:pPr rtl="0"/>
          <a:endParaRPr lang="en-US"/>
        </a:p>
      </dgm:t>
    </dgm:pt>
    <dgm:pt modelId="{2C645F98-BC4B-4797-BC42-0872EA7B0575}" type="sibTrans" cxnId="{5F9EDECD-FB20-4615-B5EC-47255B2B532F}">
      <dgm:prSet/>
      <dgm:spPr/>
      <dgm:t>
        <a:bodyPr rtlCol="0"/>
        <a:lstStyle/>
        <a:p>
          <a:pPr rtl="0"/>
          <a:endParaRPr lang="en-US"/>
        </a:p>
      </dgm:t>
    </dgm:pt>
    <dgm:pt modelId="{F6D27D1B-CDCB-481F-B8FA-AB31B2A119DE}">
      <dgm:prSet phldrT="[Text]"/>
      <dgm:spPr/>
      <dgm:t>
        <a:bodyPr rtlCol="0"/>
        <a:lstStyle/>
        <a:p>
          <a:pPr rtl="0"/>
          <a:r>
            <a:rPr lang="en-US" altLang="ko-KR" noProof="0" dirty="0">
              <a:latin typeface="malgun gothic" panose="020B0503020000020004" pitchFamily="50" charset="-127"/>
              <a:ea typeface="malgun gothic" panose="020B0503020000020004" pitchFamily="50" charset="-127"/>
            </a:rPr>
            <a:t>2</a:t>
          </a:r>
          <a:r>
            <a:rPr lang="ko-KR" altLang="en-US" noProof="0" dirty="0">
              <a:latin typeface="malgun gothic" panose="020B0503020000020004" pitchFamily="50" charset="-127"/>
              <a:ea typeface="malgun gothic" panose="020B0503020000020004" pitchFamily="50" charset="-127"/>
            </a:rPr>
            <a:t>단계 제목</a:t>
          </a:r>
        </a:p>
      </dgm:t>
    </dgm:pt>
    <dgm:pt modelId="{8A7BF306-8E53-4B16-9E7E-A79AE3DF6BE2}" type="parTrans" cxnId="{A63D53AC-541A-4D09-9620-8B1C8D7B91DE}">
      <dgm:prSet/>
      <dgm:spPr/>
      <dgm:t>
        <a:bodyPr rtlCol="0"/>
        <a:lstStyle/>
        <a:p>
          <a:pPr rtl="0"/>
          <a:endParaRPr lang="en-US"/>
        </a:p>
      </dgm:t>
    </dgm:pt>
    <dgm:pt modelId="{7AEB6639-3258-49E8-8B1F-B4A9C61922BE}" type="sibTrans" cxnId="{A63D53AC-541A-4D09-9620-8B1C8D7B91DE}">
      <dgm:prSet/>
      <dgm:spPr/>
      <dgm:t>
        <a:bodyPr rtlCol="0"/>
        <a:lstStyle/>
        <a:p>
          <a:pPr rtl="0"/>
          <a:endParaRPr lang="en-US"/>
        </a:p>
      </dgm:t>
    </dgm:pt>
    <dgm:pt modelId="{0B00F5A8-A0EF-4111-9D86-004317B4F49E}">
      <dgm:prSet phldrT="[Text]"/>
      <dgm:spPr/>
      <dgm:t>
        <a:bodyPr rtlCol="0"/>
        <a:lstStyle/>
        <a:p>
          <a:pPr rtl="0"/>
          <a:r>
            <a:rPr lang="ko-KR" altLang="en-US" noProof="0" dirty="0">
              <a:latin typeface="malgun gothic" panose="020B0503020000020004" pitchFamily="50" charset="-127"/>
              <a:ea typeface="malgun gothic" panose="020B0503020000020004" pitchFamily="50" charset="-127"/>
            </a:rPr>
            <a:t>작업 설명</a:t>
          </a:r>
        </a:p>
      </dgm:t>
    </dgm:pt>
    <dgm:pt modelId="{EC916B99-8D26-4265-B7BE-BB461C68DA5C}" type="parTrans" cxnId="{86F910E7-C9D0-48E5-A3A3-C70127E96FC1}">
      <dgm:prSet/>
      <dgm:spPr/>
      <dgm:t>
        <a:bodyPr rtlCol="0"/>
        <a:lstStyle/>
        <a:p>
          <a:pPr rtl="0"/>
          <a:endParaRPr lang="en-US"/>
        </a:p>
      </dgm:t>
    </dgm:pt>
    <dgm:pt modelId="{CE48C676-980A-4BAC-A3C8-9ABC315DAE51}" type="sibTrans" cxnId="{86F910E7-C9D0-48E5-A3A3-C70127E96FC1}">
      <dgm:prSet/>
      <dgm:spPr/>
      <dgm:t>
        <a:bodyPr rtlCol="0"/>
        <a:lstStyle/>
        <a:p>
          <a:pPr rtl="0"/>
          <a:endParaRPr lang="en-US"/>
        </a:p>
      </dgm:t>
    </dgm:pt>
    <dgm:pt modelId="{58828492-5CEF-4AFE-95CB-5D7E6A18158B}">
      <dgm:prSet phldrT="[Text]"/>
      <dgm:spPr/>
      <dgm:t>
        <a:bodyPr rtlCol="0"/>
        <a:lstStyle/>
        <a:p>
          <a:pPr rtl="0"/>
          <a:r>
            <a:rPr lang="en-US" altLang="ko-KR" noProof="0" dirty="0">
              <a:latin typeface="malgun gothic" panose="020B0503020000020004" pitchFamily="50" charset="-127"/>
              <a:ea typeface="malgun gothic" panose="020B0503020000020004" pitchFamily="50" charset="-127"/>
            </a:rPr>
            <a:t>3</a:t>
          </a:r>
          <a:r>
            <a:rPr lang="ko-KR" altLang="en-US" noProof="0" dirty="0">
              <a:latin typeface="malgun gothic" panose="020B0503020000020004" pitchFamily="50" charset="-127"/>
              <a:ea typeface="malgun gothic" panose="020B0503020000020004" pitchFamily="50" charset="-127"/>
            </a:rPr>
            <a:t>단계 제목</a:t>
          </a:r>
        </a:p>
      </dgm:t>
    </dgm:pt>
    <dgm:pt modelId="{F664BA43-1B81-496F-A04E-CE4B4A525697}" type="parTrans" cxnId="{ECE9152A-59A8-4A3A-9D34-DB38A074F636}">
      <dgm:prSet/>
      <dgm:spPr/>
      <dgm:t>
        <a:bodyPr rtlCol="0"/>
        <a:lstStyle/>
        <a:p>
          <a:pPr rtl="0"/>
          <a:endParaRPr lang="en-US"/>
        </a:p>
      </dgm:t>
    </dgm:pt>
    <dgm:pt modelId="{2D386477-EC66-449A-8D41-5F8A212C3D8E}" type="sibTrans" cxnId="{ECE9152A-59A8-4A3A-9D34-DB38A074F636}">
      <dgm:prSet/>
      <dgm:spPr/>
      <dgm:t>
        <a:bodyPr rtlCol="0"/>
        <a:lstStyle/>
        <a:p>
          <a:pPr rtl="0"/>
          <a:endParaRPr lang="en-US"/>
        </a:p>
      </dgm:t>
    </dgm:pt>
    <dgm:pt modelId="{68838C34-4D02-49F8-ADD7-BFA90D87B7EA}">
      <dgm:prSet phldrT="[Text]"/>
      <dgm:spPr/>
      <dgm:t>
        <a:bodyPr rtlCol="0"/>
        <a:lstStyle/>
        <a:p>
          <a:pPr rtl="0"/>
          <a:r>
            <a:rPr lang="ko-KR" altLang="en-US" noProof="0" dirty="0">
              <a:latin typeface="malgun gothic" panose="020B0503020000020004" pitchFamily="50" charset="-127"/>
              <a:ea typeface="malgun gothic" panose="020B0503020000020004" pitchFamily="50" charset="-127"/>
            </a:rPr>
            <a:t>작업 설명</a:t>
          </a:r>
        </a:p>
      </dgm:t>
    </dgm:pt>
    <dgm:pt modelId="{F2AD00AD-6A23-4C89-A107-68EF5D1F0B94}" type="parTrans" cxnId="{4143D757-8617-4C89-8322-E3B29A1874AF}">
      <dgm:prSet/>
      <dgm:spPr/>
      <dgm:t>
        <a:bodyPr rtlCol="0"/>
        <a:lstStyle/>
        <a:p>
          <a:pPr rtl="0"/>
          <a:endParaRPr lang="en-US"/>
        </a:p>
      </dgm:t>
    </dgm:pt>
    <dgm:pt modelId="{FFC4FCE7-6F2F-4F91-A74A-7C4C32A81657}" type="sibTrans" cxnId="{4143D757-8617-4C89-8322-E3B29A1874AF}">
      <dgm:prSet/>
      <dgm:spPr/>
      <dgm:t>
        <a:bodyPr rtlCol="0"/>
        <a:lstStyle/>
        <a:p>
          <a:pPr rtl="0"/>
          <a:endParaRPr lang="en-US"/>
        </a:p>
      </dgm:t>
    </dgm:pt>
    <dgm:pt modelId="{65B6D8B9-E558-4264-B37F-7B4B2A8896DF}">
      <dgm:prSet phldrT="[Text]"/>
      <dgm:spPr/>
      <dgm:t>
        <a:bodyPr rtlCol="0"/>
        <a:lstStyle/>
        <a:p>
          <a:pPr rtl="0"/>
          <a:r>
            <a:rPr lang="ko-KR" altLang="en-US" noProof="0" dirty="0">
              <a:latin typeface="malgun gothic" panose="020B0503020000020004" pitchFamily="50" charset="-127"/>
              <a:ea typeface="malgun gothic" panose="020B0503020000020004" pitchFamily="50" charset="-127"/>
            </a:rPr>
            <a:t>작업 설명</a:t>
          </a:r>
        </a:p>
      </dgm:t>
    </dgm:pt>
    <dgm:pt modelId="{04F5A724-3AA7-4E78-B992-BCB3E916993F}" type="parTrans" cxnId="{CA96E113-7151-48C8-B4D5-7AA211772CC8}">
      <dgm:prSet/>
      <dgm:spPr/>
      <dgm:t>
        <a:bodyPr rtlCol="0"/>
        <a:lstStyle/>
        <a:p>
          <a:pPr rtl="0"/>
          <a:endParaRPr lang="en-US"/>
        </a:p>
      </dgm:t>
    </dgm:pt>
    <dgm:pt modelId="{370A79FF-9957-49E1-811F-78AB198DD9E0}" type="sibTrans" cxnId="{CA96E113-7151-48C8-B4D5-7AA211772CC8}">
      <dgm:prSet/>
      <dgm:spPr/>
      <dgm:t>
        <a:bodyPr rtlCol="0"/>
        <a:lstStyle/>
        <a:p>
          <a:pPr rtl="0"/>
          <a:endParaRPr lang="en-US"/>
        </a:p>
      </dgm:t>
    </dgm:pt>
    <dgm:pt modelId="{6E7DBE00-7E5B-46F8-BBA0-CF0079A58E82}">
      <dgm:prSet phldrT="[Text]"/>
      <dgm:spPr/>
      <dgm:t>
        <a:bodyPr rtlCol="0"/>
        <a:lstStyle/>
        <a:p>
          <a:pPr rtl="0"/>
          <a:r>
            <a:rPr lang="ko-KR" altLang="en-US" noProof="0" dirty="0">
              <a:latin typeface="malgun gothic" panose="020B0503020000020004" pitchFamily="50" charset="-127"/>
              <a:ea typeface="malgun gothic" panose="020B0503020000020004" pitchFamily="50" charset="-127"/>
            </a:rPr>
            <a:t>작업 설명</a:t>
          </a:r>
        </a:p>
      </dgm:t>
    </dgm:pt>
    <dgm:pt modelId="{6FAC7821-43C2-4A12-9638-E9B1BDE7C8D8}" type="parTrans" cxnId="{3D080EE7-BDF0-495B-A4FB-103A296CD73B}">
      <dgm:prSet/>
      <dgm:spPr/>
      <dgm:t>
        <a:bodyPr rtlCol="0"/>
        <a:lstStyle/>
        <a:p>
          <a:pPr rtl="0"/>
          <a:endParaRPr lang="en-US"/>
        </a:p>
      </dgm:t>
    </dgm:pt>
    <dgm:pt modelId="{65147ED7-18A4-49A5-9AEE-066FB0363316}" type="sibTrans" cxnId="{3D080EE7-BDF0-495B-A4FB-103A296CD73B}">
      <dgm:prSet/>
      <dgm:spPr/>
      <dgm:t>
        <a:bodyPr rtlCol="0"/>
        <a:lstStyle/>
        <a:p>
          <a:pPr rtl="0"/>
          <a:endParaRPr lang="en-US"/>
        </a:p>
      </dgm:t>
    </dgm:pt>
    <dgm:pt modelId="{3960CFF8-4383-4382-8D6D-F2A00F508E8D}" type="pres">
      <dgm:prSet presAssocID="{0E9DE493-19D7-4EC9-97C9-5F26233F1106}" presName="Name0" presStyleCnt="0">
        <dgm:presLayoutVars>
          <dgm:dir/>
          <dgm:animLvl val="lvl"/>
          <dgm:resizeHandles val="exact"/>
        </dgm:presLayoutVars>
      </dgm:prSet>
      <dgm:spPr/>
    </dgm:pt>
    <dgm:pt modelId="{366CFF54-5C8F-47F9-BFD8-D9AF3EADDA3E}" type="pres">
      <dgm:prSet presAssocID="{0E9DE493-19D7-4EC9-97C9-5F26233F1106}" presName="tSp" presStyleCnt="0"/>
      <dgm:spPr/>
    </dgm:pt>
    <dgm:pt modelId="{13688FBD-4079-41FE-A6A2-B5B0F293E6BF}" type="pres">
      <dgm:prSet presAssocID="{0E9DE493-19D7-4EC9-97C9-5F26233F1106}" presName="bSp" presStyleCnt="0"/>
      <dgm:spPr/>
    </dgm:pt>
    <dgm:pt modelId="{224851B6-C14D-49DE-883B-A13003DA4601}" type="pres">
      <dgm:prSet presAssocID="{0E9DE493-19D7-4EC9-97C9-5F26233F1106}" presName="process" presStyleCnt="0"/>
      <dgm:spPr/>
    </dgm:pt>
    <dgm:pt modelId="{1439717B-283C-48FF-AF62-1990F52B6512}" type="pres">
      <dgm:prSet presAssocID="{FB986F71-3126-4196-BD30-74AEDC39A1CA}" presName="composite1" presStyleCnt="0"/>
      <dgm:spPr/>
    </dgm:pt>
    <dgm:pt modelId="{BCCE6711-D1D8-4B2C-917E-41AB5A6114A8}" type="pres">
      <dgm:prSet presAssocID="{FB986F71-3126-4196-BD30-74AEDC39A1CA}" presName="dummyNode1" presStyleLbl="node1" presStyleIdx="0" presStyleCnt="3"/>
      <dgm:spPr/>
    </dgm:pt>
    <dgm:pt modelId="{96015622-8A46-45CF-A72A-2856B699B374}" type="pres">
      <dgm:prSet presAssocID="{FB986F71-3126-4196-BD30-74AEDC39A1CA}" presName="childNode1" presStyleLbl="bgAcc1" presStyleIdx="0" presStyleCnt="3">
        <dgm:presLayoutVars>
          <dgm:bulletEnabled val="1"/>
        </dgm:presLayoutVars>
      </dgm:prSet>
      <dgm:spPr/>
    </dgm:pt>
    <dgm:pt modelId="{BFE859F2-A9E8-4F95-9161-8EC68F2D30C4}" type="pres">
      <dgm:prSet presAssocID="{FB986F71-3126-4196-BD30-74AEDC39A1CA}" presName="childNode1tx" presStyleLbl="bgAcc1" presStyleIdx="0" presStyleCnt="3">
        <dgm:presLayoutVars>
          <dgm:bulletEnabled val="1"/>
        </dgm:presLayoutVars>
      </dgm:prSet>
      <dgm:spPr/>
    </dgm:pt>
    <dgm:pt modelId="{E18C6CF4-EDEB-4539-A36D-E0355B626199}" type="pres">
      <dgm:prSet presAssocID="{FB986F71-3126-4196-BD30-74AEDC39A1CA}" presName="parentNode1" presStyleLbl="node1" presStyleIdx="0" presStyleCnt="3">
        <dgm:presLayoutVars>
          <dgm:chMax val="1"/>
          <dgm:bulletEnabled val="1"/>
        </dgm:presLayoutVars>
      </dgm:prSet>
      <dgm:spPr/>
    </dgm:pt>
    <dgm:pt modelId="{D9FCD5E9-9E94-4534-BAB4-3DB8EB44E7D0}" type="pres">
      <dgm:prSet presAssocID="{FB986F71-3126-4196-BD30-74AEDC39A1CA}" presName="connSite1" presStyleCnt="0"/>
      <dgm:spPr/>
    </dgm:pt>
    <dgm:pt modelId="{6A63D16E-EEE6-4267-97EA-5AD7D2BC4E84}" type="pres">
      <dgm:prSet presAssocID="{D0B150DF-3AA4-454C-8652-25880449C422}" presName="Name9" presStyleLbl="sibTrans2D1" presStyleIdx="0" presStyleCnt="2"/>
      <dgm:spPr/>
    </dgm:pt>
    <dgm:pt modelId="{59BAED1E-A4FE-4FA3-8716-57917AF47F38}" type="pres">
      <dgm:prSet presAssocID="{F6D27D1B-CDCB-481F-B8FA-AB31B2A119DE}" presName="composite2" presStyleCnt="0"/>
      <dgm:spPr/>
    </dgm:pt>
    <dgm:pt modelId="{5C833856-7FAF-4B27-932C-67C7D08339F2}" type="pres">
      <dgm:prSet presAssocID="{F6D27D1B-CDCB-481F-B8FA-AB31B2A119DE}" presName="dummyNode2" presStyleLbl="node1" presStyleIdx="0" presStyleCnt="3"/>
      <dgm:spPr/>
    </dgm:pt>
    <dgm:pt modelId="{E83793B4-2C5C-4D90-82FA-E5EE4745664D}" type="pres">
      <dgm:prSet presAssocID="{F6D27D1B-CDCB-481F-B8FA-AB31B2A119DE}" presName="childNode2" presStyleLbl="bgAcc1" presStyleIdx="1" presStyleCnt="3">
        <dgm:presLayoutVars>
          <dgm:bulletEnabled val="1"/>
        </dgm:presLayoutVars>
      </dgm:prSet>
      <dgm:spPr/>
    </dgm:pt>
    <dgm:pt modelId="{67FFE978-6FBE-4424-80BE-B9E4B4DD0695}" type="pres">
      <dgm:prSet presAssocID="{F6D27D1B-CDCB-481F-B8FA-AB31B2A119DE}" presName="childNode2tx" presStyleLbl="bgAcc1" presStyleIdx="1" presStyleCnt="3">
        <dgm:presLayoutVars>
          <dgm:bulletEnabled val="1"/>
        </dgm:presLayoutVars>
      </dgm:prSet>
      <dgm:spPr/>
    </dgm:pt>
    <dgm:pt modelId="{029D1FDE-4DD7-4FA5-8C70-0C747477B66C}" type="pres">
      <dgm:prSet presAssocID="{F6D27D1B-CDCB-481F-B8FA-AB31B2A119DE}" presName="parentNode2" presStyleLbl="node1" presStyleIdx="1" presStyleCnt="3">
        <dgm:presLayoutVars>
          <dgm:chMax val="0"/>
          <dgm:bulletEnabled val="1"/>
        </dgm:presLayoutVars>
      </dgm:prSet>
      <dgm:spPr/>
    </dgm:pt>
    <dgm:pt modelId="{C2556EF6-41FF-46C6-8829-911BFA533FFE}" type="pres">
      <dgm:prSet presAssocID="{F6D27D1B-CDCB-481F-B8FA-AB31B2A119DE}" presName="connSite2" presStyleCnt="0"/>
      <dgm:spPr/>
    </dgm:pt>
    <dgm:pt modelId="{DC2A0ADB-DCE3-4BF4-9952-0394865777AC}" type="pres">
      <dgm:prSet presAssocID="{7AEB6639-3258-49E8-8B1F-B4A9C61922BE}" presName="Name18" presStyleLbl="sibTrans2D1" presStyleIdx="1" presStyleCnt="2"/>
      <dgm:spPr/>
    </dgm:pt>
    <dgm:pt modelId="{A874A3A3-A340-4ABC-99B5-7529D4415335}" type="pres">
      <dgm:prSet presAssocID="{58828492-5CEF-4AFE-95CB-5D7E6A18158B}" presName="composite1" presStyleCnt="0"/>
      <dgm:spPr/>
    </dgm:pt>
    <dgm:pt modelId="{14032C0B-60AE-432B-A713-F993D1C4BA8F}" type="pres">
      <dgm:prSet presAssocID="{58828492-5CEF-4AFE-95CB-5D7E6A18158B}" presName="dummyNode1" presStyleLbl="node1" presStyleIdx="1" presStyleCnt="3"/>
      <dgm:spPr/>
    </dgm:pt>
    <dgm:pt modelId="{69C28D3B-E083-42DF-9EA0-916CA12125A9}" type="pres">
      <dgm:prSet presAssocID="{58828492-5CEF-4AFE-95CB-5D7E6A18158B}" presName="childNode1" presStyleLbl="bgAcc1" presStyleIdx="2" presStyleCnt="3">
        <dgm:presLayoutVars>
          <dgm:bulletEnabled val="1"/>
        </dgm:presLayoutVars>
      </dgm:prSet>
      <dgm:spPr/>
    </dgm:pt>
    <dgm:pt modelId="{843715D2-C2C2-41EB-BDA3-21230FBA46DB}" type="pres">
      <dgm:prSet presAssocID="{58828492-5CEF-4AFE-95CB-5D7E6A18158B}" presName="childNode1tx" presStyleLbl="bgAcc1" presStyleIdx="2" presStyleCnt="3">
        <dgm:presLayoutVars>
          <dgm:bulletEnabled val="1"/>
        </dgm:presLayoutVars>
      </dgm:prSet>
      <dgm:spPr/>
    </dgm:pt>
    <dgm:pt modelId="{047F5837-10E2-4FFC-A492-DB8A19EF48CA}" type="pres">
      <dgm:prSet presAssocID="{58828492-5CEF-4AFE-95CB-5D7E6A18158B}" presName="parentNode1" presStyleLbl="node1" presStyleIdx="2" presStyleCnt="3">
        <dgm:presLayoutVars>
          <dgm:chMax val="1"/>
          <dgm:bulletEnabled val="1"/>
        </dgm:presLayoutVars>
      </dgm:prSet>
      <dgm:spPr/>
    </dgm:pt>
    <dgm:pt modelId="{7D6A154D-27BB-4CCE-9250-BCDD2CD5C383}" type="pres">
      <dgm:prSet presAssocID="{58828492-5CEF-4AFE-95CB-5D7E6A18158B}" presName="connSite1" presStyleCnt="0"/>
      <dgm:spPr/>
    </dgm:pt>
  </dgm:ptLst>
  <dgm:cxnLst>
    <dgm:cxn modelId="{CA96E113-7151-48C8-B4D5-7AA211772CC8}" srcId="{F6D27D1B-CDCB-481F-B8FA-AB31B2A119DE}" destId="{65B6D8B9-E558-4264-B37F-7B4B2A8896DF}" srcOrd="1" destOrd="0" parTransId="{04F5A724-3AA7-4E78-B992-BCB3E916993F}" sibTransId="{370A79FF-9957-49E1-811F-78AB198DD9E0}"/>
    <dgm:cxn modelId="{0731A115-58A3-481B-8A1D-4C0F1D56F785}" type="presOf" srcId="{FB986F71-3126-4196-BD30-74AEDC39A1CA}" destId="{E18C6CF4-EDEB-4539-A36D-E0355B626199}" srcOrd="0" destOrd="0" presId="urn:microsoft.com/office/officeart/2005/8/layout/hProcess4"/>
    <dgm:cxn modelId="{ECE9152A-59A8-4A3A-9D34-DB38A074F636}" srcId="{0E9DE493-19D7-4EC9-97C9-5F26233F1106}" destId="{58828492-5CEF-4AFE-95CB-5D7E6A18158B}" srcOrd="2" destOrd="0" parTransId="{F664BA43-1B81-496F-A04E-CE4B4A525697}" sibTransId="{2D386477-EC66-449A-8D41-5F8A212C3D8E}"/>
    <dgm:cxn modelId="{300E722A-937B-4681-BF9C-7933B3C6956A}" type="presOf" srcId="{F6D27D1B-CDCB-481F-B8FA-AB31B2A119DE}" destId="{029D1FDE-4DD7-4FA5-8C70-0C747477B66C}" srcOrd="0" destOrd="0" presId="urn:microsoft.com/office/officeart/2005/8/layout/hProcess4"/>
    <dgm:cxn modelId="{2D5B3E3B-3EE5-4072-933E-27DF5400591C}" srcId="{FB986F71-3126-4196-BD30-74AEDC39A1CA}" destId="{AB2E8498-CC81-452F-A895-08F3845AA347}" srcOrd="0" destOrd="0" parTransId="{4C65E2C8-0CBB-4D8C-AD60-6B0105C62B84}" sibTransId="{9A1F3304-AA9E-4FBC-89BA-9095C80E47C9}"/>
    <dgm:cxn modelId="{1BE66046-E00C-4ECF-A4C7-64A3E9346530}" type="presOf" srcId="{68838C34-4D02-49F8-ADD7-BFA90D87B7EA}" destId="{69C28D3B-E083-42DF-9EA0-916CA12125A9}" srcOrd="0" destOrd="0" presId="urn:microsoft.com/office/officeart/2005/8/layout/hProcess4"/>
    <dgm:cxn modelId="{A106624A-0005-41D4-B64A-901644325FEA}" type="presOf" srcId="{6E7DBE00-7E5B-46F8-BBA0-CF0079A58E82}" destId="{843715D2-C2C2-41EB-BDA3-21230FBA46DB}" srcOrd="1" destOrd="1" presId="urn:microsoft.com/office/officeart/2005/8/layout/hProcess4"/>
    <dgm:cxn modelId="{1423FC72-83C7-4510-8021-28EAEA493E68}" srcId="{0E9DE493-19D7-4EC9-97C9-5F26233F1106}" destId="{FB986F71-3126-4196-BD30-74AEDC39A1CA}" srcOrd="0" destOrd="0" parTransId="{9B3CE34A-9B3E-4D5F-94E0-DFBB94FF5A03}" sibTransId="{D0B150DF-3AA4-454C-8652-25880449C422}"/>
    <dgm:cxn modelId="{4143D757-8617-4C89-8322-E3B29A1874AF}" srcId="{58828492-5CEF-4AFE-95CB-5D7E6A18158B}" destId="{68838C34-4D02-49F8-ADD7-BFA90D87B7EA}" srcOrd="0" destOrd="0" parTransId="{F2AD00AD-6A23-4C89-A107-68EF5D1F0B94}" sibTransId="{FFC4FCE7-6F2F-4F91-A74A-7C4C32A81657}"/>
    <dgm:cxn modelId="{E9730C94-0A42-4F8E-B45A-02CE25449719}" type="presOf" srcId="{AB2E8498-CC81-452F-A895-08F3845AA347}" destId="{BFE859F2-A9E8-4F95-9161-8EC68F2D30C4}" srcOrd="1" destOrd="0" presId="urn:microsoft.com/office/officeart/2005/8/layout/hProcess4"/>
    <dgm:cxn modelId="{878AE697-35FC-403D-92A3-0B92F7B7EB7A}" type="presOf" srcId="{0B00F5A8-A0EF-4111-9D86-004317B4F49E}" destId="{E83793B4-2C5C-4D90-82FA-E5EE4745664D}" srcOrd="0" destOrd="0" presId="urn:microsoft.com/office/officeart/2005/8/layout/hProcess4"/>
    <dgm:cxn modelId="{3B2CD89C-CF67-43E3-9293-C53C72995678}" type="presOf" srcId="{BF381BD4-48DC-48BF-8C18-C307CDD4D490}" destId="{96015622-8A46-45CF-A72A-2856B699B374}" srcOrd="0" destOrd="1" presId="urn:microsoft.com/office/officeart/2005/8/layout/hProcess4"/>
    <dgm:cxn modelId="{8593019D-C207-4E1B-B1C1-18E0CC95AA04}" type="presOf" srcId="{65B6D8B9-E558-4264-B37F-7B4B2A8896DF}" destId="{67FFE978-6FBE-4424-80BE-B9E4B4DD0695}" srcOrd="1" destOrd="1" presId="urn:microsoft.com/office/officeart/2005/8/layout/hProcess4"/>
    <dgm:cxn modelId="{004946A5-CBD1-4C7F-A823-A85DAC245DF7}" type="presOf" srcId="{6E7DBE00-7E5B-46F8-BBA0-CF0079A58E82}" destId="{69C28D3B-E083-42DF-9EA0-916CA12125A9}" srcOrd="0" destOrd="1" presId="urn:microsoft.com/office/officeart/2005/8/layout/hProcess4"/>
    <dgm:cxn modelId="{0DE04CA7-8D0A-42E1-B07A-0D64581626CA}" type="presOf" srcId="{7AEB6639-3258-49E8-8B1F-B4A9C61922BE}" destId="{DC2A0ADB-DCE3-4BF4-9952-0394865777AC}" srcOrd="0" destOrd="0" presId="urn:microsoft.com/office/officeart/2005/8/layout/hProcess4"/>
    <dgm:cxn modelId="{E113FEAA-1F7F-443C-BD88-38A807CEBD28}" type="presOf" srcId="{0B00F5A8-A0EF-4111-9D86-004317B4F49E}" destId="{67FFE978-6FBE-4424-80BE-B9E4B4DD0695}" srcOrd="1" destOrd="0" presId="urn:microsoft.com/office/officeart/2005/8/layout/hProcess4"/>
    <dgm:cxn modelId="{A63D53AC-541A-4D09-9620-8B1C8D7B91DE}" srcId="{0E9DE493-19D7-4EC9-97C9-5F26233F1106}" destId="{F6D27D1B-CDCB-481F-B8FA-AB31B2A119DE}" srcOrd="1" destOrd="0" parTransId="{8A7BF306-8E53-4B16-9E7E-A79AE3DF6BE2}" sibTransId="{7AEB6639-3258-49E8-8B1F-B4A9C61922BE}"/>
    <dgm:cxn modelId="{DC0556BF-DB8E-4C8C-A27B-FEA575AE48F1}" type="presOf" srcId="{68838C34-4D02-49F8-ADD7-BFA90D87B7EA}" destId="{843715D2-C2C2-41EB-BDA3-21230FBA46DB}" srcOrd="1" destOrd="0" presId="urn:microsoft.com/office/officeart/2005/8/layout/hProcess4"/>
    <dgm:cxn modelId="{F3D001C7-FD84-41F5-B497-6421DAD4965E}" type="presOf" srcId="{65B6D8B9-E558-4264-B37F-7B4B2A8896DF}" destId="{E83793B4-2C5C-4D90-82FA-E5EE4745664D}" srcOrd="0" destOrd="1" presId="urn:microsoft.com/office/officeart/2005/8/layout/hProcess4"/>
    <dgm:cxn modelId="{5F9EDECD-FB20-4615-B5EC-47255B2B532F}" srcId="{FB986F71-3126-4196-BD30-74AEDC39A1CA}" destId="{BF381BD4-48DC-48BF-8C18-C307CDD4D490}" srcOrd="1" destOrd="0" parTransId="{5D881325-883F-44A1-A5FB-E01856D07A5B}" sibTransId="{2C645F98-BC4B-4797-BC42-0872EA7B0575}"/>
    <dgm:cxn modelId="{792CF8D9-766B-49FE-B851-31297691E0C7}" type="presOf" srcId="{AB2E8498-CC81-452F-A895-08F3845AA347}" destId="{96015622-8A46-45CF-A72A-2856B699B374}" srcOrd="0" destOrd="0" presId="urn:microsoft.com/office/officeart/2005/8/layout/hProcess4"/>
    <dgm:cxn modelId="{56878CDA-253E-4C45-8745-6F7C37074EAE}" type="presOf" srcId="{58828492-5CEF-4AFE-95CB-5D7E6A18158B}" destId="{047F5837-10E2-4FFC-A492-DB8A19EF48CA}" srcOrd="0" destOrd="0" presId="urn:microsoft.com/office/officeart/2005/8/layout/hProcess4"/>
    <dgm:cxn modelId="{C875BEE4-598B-4FE7-9AAC-474318887EB0}" type="presOf" srcId="{D0B150DF-3AA4-454C-8652-25880449C422}" destId="{6A63D16E-EEE6-4267-97EA-5AD7D2BC4E84}" srcOrd="0" destOrd="0" presId="urn:microsoft.com/office/officeart/2005/8/layout/hProcess4"/>
    <dgm:cxn modelId="{3D080EE7-BDF0-495B-A4FB-103A296CD73B}" srcId="{58828492-5CEF-4AFE-95CB-5D7E6A18158B}" destId="{6E7DBE00-7E5B-46F8-BBA0-CF0079A58E82}" srcOrd="1" destOrd="0" parTransId="{6FAC7821-43C2-4A12-9638-E9B1BDE7C8D8}" sibTransId="{65147ED7-18A4-49A5-9AEE-066FB0363316}"/>
    <dgm:cxn modelId="{86F910E7-C9D0-48E5-A3A3-C70127E96FC1}" srcId="{F6D27D1B-CDCB-481F-B8FA-AB31B2A119DE}" destId="{0B00F5A8-A0EF-4111-9D86-004317B4F49E}" srcOrd="0" destOrd="0" parTransId="{EC916B99-8D26-4265-B7BE-BB461C68DA5C}" sibTransId="{CE48C676-980A-4BAC-A3C8-9ABC315DAE51}"/>
    <dgm:cxn modelId="{0C99A0E7-7B5A-462A-BC31-41CB3B1D1005}" type="presOf" srcId="{0E9DE493-19D7-4EC9-97C9-5F26233F1106}" destId="{3960CFF8-4383-4382-8D6D-F2A00F508E8D}" srcOrd="0" destOrd="0" presId="urn:microsoft.com/office/officeart/2005/8/layout/hProcess4"/>
    <dgm:cxn modelId="{0C68F2E9-D20E-4DD0-B6CB-F7DB9484C868}" type="presOf" srcId="{BF381BD4-48DC-48BF-8C18-C307CDD4D490}" destId="{BFE859F2-A9E8-4F95-9161-8EC68F2D30C4}" srcOrd="1" destOrd="1" presId="urn:microsoft.com/office/officeart/2005/8/layout/hProcess4"/>
    <dgm:cxn modelId="{7BE7AED0-385C-460E-A868-06962FF7BF4D}" type="presParOf" srcId="{3960CFF8-4383-4382-8D6D-F2A00F508E8D}" destId="{366CFF54-5C8F-47F9-BFD8-D9AF3EADDA3E}" srcOrd="0" destOrd="0" presId="urn:microsoft.com/office/officeart/2005/8/layout/hProcess4"/>
    <dgm:cxn modelId="{7C708C67-6B57-4F62-BFC8-44484A4BB8C4}" type="presParOf" srcId="{3960CFF8-4383-4382-8D6D-F2A00F508E8D}" destId="{13688FBD-4079-41FE-A6A2-B5B0F293E6BF}" srcOrd="1" destOrd="0" presId="urn:microsoft.com/office/officeart/2005/8/layout/hProcess4"/>
    <dgm:cxn modelId="{697CCE2B-9683-4DC0-A208-89C15D73093F}" type="presParOf" srcId="{3960CFF8-4383-4382-8D6D-F2A00F508E8D}" destId="{224851B6-C14D-49DE-883B-A13003DA4601}" srcOrd="2" destOrd="0" presId="urn:microsoft.com/office/officeart/2005/8/layout/hProcess4"/>
    <dgm:cxn modelId="{FB980B6C-7B77-4691-82C5-788FE8D96E48}" type="presParOf" srcId="{224851B6-C14D-49DE-883B-A13003DA4601}" destId="{1439717B-283C-48FF-AF62-1990F52B6512}" srcOrd="0" destOrd="0" presId="urn:microsoft.com/office/officeart/2005/8/layout/hProcess4"/>
    <dgm:cxn modelId="{77B1C0E7-D435-456C-A00F-39975DCDAA0B}" type="presParOf" srcId="{1439717B-283C-48FF-AF62-1990F52B6512}" destId="{BCCE6711-D1D8-4B2C-917E-41AB5A6114A8}" srcOrd="0" destOrd="0" presId="urn:microsoft.com/office/officeart/2005/8/layout/hProcess4"/>
    <dgm:cxn modelId="{983A13E1-DBFA-4048-8932-72A07B33F957}" type="presParOf" srcId="{1439717B-283C-48FF-AF62-1990F52B6512}" destId="{96015622-8A46-45CF-A72A-2856B699B374}" srcOrd="1" destOrd="0" presId="urn:microsoft.com/office/officeart/2005/8/layout/hProcess4"/>
    <dgm:cxn modelId="{9E4D9DC2-5878-4DF4-8197-C19BA06D0937}" type="presParOf" srcId="{1439717B-283C-48FF-AF62-1990F52B6512}" destId="{BFE859F2-A9E8-4F95-9161-8EC68F2D30C4}" srcOrd="2" destOrd="0" presId="urn:microsoft.com/office/officeart/2005/8/layout/hProcess4"/>
    <dgm:cxn modelId="{5175F6D1-9CB0-4593-BAC3-692D80EF050C}" type="presParOf" srcId="{1439717B-283C-48FF-AF62-1990F52B6512}" destId="{E18C6CF4-EDEB-4539-A36D-E0355B626199}" srcOrd="3" destOrd="0" presId="urn:microsoft.com/office/officeart/2005/8/layout/hProcess4"/>
    <dgm:cxn modelId="{43BDCF09-31AC-43B0-805E-DD1025F260DD}" type="presParOf" srcId="{1439717B-283C-48FF-AF62-1990F52B6512}" destId="{D9FCD5E9-9E94-4534-BAB4-3DB8EB44E7D0}" srcOrd="4" destOrd="0" presId="urn:microsoft.com/office/officeart/2005/8/layout/hProcess4"/>
    <dgm:cxn modelId="{6A5928FD-0A79-4F7E-879C-5F088F4602E9}" type="presParOf" srcId="{224851B6-C14D-49DE-883B-A13003DA4601}" destId="{6A63D16E-EEE6-4267-97EA-5AD7D2BC4E84}" srcOrd="1" destOrd="0" presId="urn:microsoft.com/office/officeart/2005/8/layout/hProcess4"/>
    <dgm:cxn modelId="{1C0B2966-A4D5-49CC-B7F2-A121C5C9817C}" type="presParOf" srcId="{224851B6-C14D-49DE-883B-A13003DA4601}" destId="{59BAED1E-A4FE-4FA3-8716-57917AF47F38}" srcOrd="2" destOrd="0" presId="urn:microsoft.com/office/officeart/2005/8/layout/hProcess4"/>
    <dgm:cxn modelId="{FE2DC098-A539-4BB8-8D74-C108718A6D23}" type="presParOf" srcId="{59BAED1E-A4FE-4FA3-8716-57917AF47F38}" destId="{5C833856-7FAF-4B27-932C-67C7D08339F2}" srcOrd="0" destOrd="0" presId="urn:microsoft.com/office/officeart/2005/8/layout/hProcess4"/>
    <dgm:cxn modelId="{16AAA183-E1A3-4ECF-997A-81333DC4EFCA}" type="presParOf" srcId="{59BAED1E-A4FE-4FA3-8716-57917AF47F38}" destId="{E83793B4-2C5C-4D90-82FA-E5EE4745664D}" srcOrd="1" destOrd="0" presId="urn:microsoft.com/office/officeart/2005/8/layout/hProcess4"/>
    <dgm:cxn modelId="{A310F834-0A95-4F4E-9CFF-8ED098D6F853}" type="presParOf" srcId="{59BAED1E-A4FE-4FA3-8716-57917AF47F38}" destId="{67FFE978-6FBE-4424-80BE-B9E4B4DD0695}" srcOrd="2" destOrd="0" presId="urn:microsoft.com/office/officeart/2005/8/layout/hProcess4"/>
    <dgm:cxn modelId="{FC3C9877-F1AB-4630-B09D-E2422D71C1B2}" type="presParOf" srcId="{59BAED1E-A4FE-4FA3-8716-57917AF47F38}" destId="{029D1FDE-4DD7-4FA5-8C70-0C747477B66C}" srcOrd="3" destOrd="0" presId="urn:microsoft.com/office/officeart/2005/8/layout/hProcess4"/>
    <dgm:cxn modelId="{0C23CC14-2827-4D42-B3F2-24A9658D4CA9}" type="presParOf" srcId="{59BAED1E-A4FE-4FA3-8716-57917AF47F38}" destId="{C2556EF6-41FF-46C6-8829-911BFA533FFE}" srcOrd="4" destOrd="0" presId="urn:microsoft.com/office/officeart/2005/8/layout/hProcess4"/>
    <dgm:cxn modelId="{03B78875-546F-4B9E-B138-1C0FF132346D}" type="presParOf" srcId="{224851B6-C14D-49DE-883B-A13003DA4601}" destId="{DC2A0ADB-DCE3-4BF4-9952-0394865777AC}" srcOrd="3" destOrd="0" presId="urn:microsoft.com/office/officeart/2005/8/layout/hProcess4"/>
    <dgm:cxn modelId="{470A6CA6-A9CE-464F-84DB-5DC13565A2C8}" type="presParOf" srcId="{224851B6-C14D-49DE-883B-A13003DA4601}" destId="{A874A3A3-A340-4ABC-99B5-7529D4415335}" srcOrd="4" destOrd="0" presId="urn:microsoft.com/office/officeart/2005/8/layout/hProcess4"/>
    <dgm:cxn modelId="{F6B1C4DA-988E-4055-9765-306F5A98CD06}" type="presParOf" srcId="{A874A3A3-A340-4ABC-99B5-7529D4415335}" destId="{14032C0B-60AE-432B-A713-F993D1C4BA8F}" srcOrd="0" destOrd="0" presId="urn:microsoft.com/office/officeart/2005/8/layout/hProcess4"/>
    <dgm:cxn modelId="{F9FB30AF-82A1-4872-8383-99625B6C2D69}" type="presParOf" srcId="{A874A3A3-A340-4ABC-99B5-7529D4415335}" destId="{69C28D3B-E083-42DF-9EA0-916CA12125A9}" srcOrd="1" destOrd="0" presId="urn:microsoft.com/office/officeart/2005/8/layout/hProcess4"/>
    <dgm:cxn modelId="{16665CFF-3E48-4ABD-A683-4C6BF569EDAE}" type="presParOf" srcId="{A874A3A3-A340-4ABC-99B5-7529D4415335}" destId="{843715D2-C2C2-41EB-BDA3-21230FBA46DB}" srcOrd="2" destOrd="0" presId="urn:microsoft.com/office/officeart/2005/8/layout/hProcess4"/>
    <dgm:cxn modelId="{A27E2538-F421-4EB9-A2F6-3C451A831951}" type="presParOf" srcId="{A874A3A3-A340-4ABC-99B5-7529D4415335}" destId="{047F5837-10E2-4FFC-A492-DB8A19EF48CA}" srcOrd="3" destOrd="0" presId="urn:microsoft.com/office/officeart/2005/8/layout/hProcess4"/>
    <dgm:cxn modelId="{043CCFDB-C988-4DED-8C9A-2A3B586895E5}" type="presParOf" srcId="{A874A3A3-A340-4ABC-99B5-7529D4415335}" destId="{7D6A154D-27BB-4CCE-9250-BCDD2CD5C383}" srcOrd="4" destOrd="0" presId="urn:microsoft.com/office/officeart/2005/8/layout/hProcess4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6015622-8A46-45CF-A72A-2856B699B374}">
      <dsp:nvSpPr>
        <dsp:cNvPr id="0" name=""/>
        <dsp:cNvSpPr/>
      </dsp:nvSpPr>
      <dsp:spPr>
        <a:xfrm>
          <a:off x="36244" y="1049273"/>
          <a:ext cx="2444561" cy="2016252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59055" tIns="59055" rIns="59055" bIns="59055" numCol="1" spcCol="1270" rtlCol="0" anchor="t" anchorCtr="0">
          <a:noAutofit/>
        </a:bodyPr>
        <a:lstStyle/>
        <a:p>
          <a:pPr marL="285750" lvl="1" indent="-285750" algn="l" defTabSz="137795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ko-KR" altLang="en-US" sz="3100" kern="1200" noProof="0" dirty="0">
              <a:latin typeface="malgun gothic" panose="020B0503020000020004" pitchFamily="50" charset="-127"/>
              <a:ea typeface="malgun gothic" panose="020B0503020000020004" pitchFamily="50" charset="-127"/>
            </a:rPr>
            <a:t>작업 설명</a:t>
          </a:r>
        </a:p>
        <a:p>
          <a:pPr marL="285750" lvl="1" indent="-285750" algn="l" defTabSz="137795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ko-KR" altLang="en-US" sz="3100" kern="1200" noProof="0" dirty="0">
              <a:latin typeface="malgun gothic" panose="020B0503020000020004" pitchFamily="50" charset="-127"/>
              <a:ea typeface="malgun gothic" panose="020B0503020000020004" pitchFamily="50" charset="-127"/>
            </a:rPr>
            <a:t>작업 설명</a:t>
          </a:r>
        </a:p>
      </dsp:txBody>
      <dsp:txXfrm>
        <a:off x="82644" y="1095673"/>
        <a:ext cx="2351761" cy="1491398"/>
      </dsp:txXfrm>
    </dsp:sp>
    <dsp:sp modelId="{6A63D16E-EEE6-4267-97EA-5AD7D2BC4E84}">
      <dsp:nvSpPr>
        <dsp:cNvPr id="0" name=""/>
        <dsp:cNvSpPr/>
      </dsp:nvSpPr>
      <dsp:spPr>
        <a:xfrm>
          <a:off x="1394360" y="1473226"/>
          <a:ext cx="2779003" cy="2779003"/>
        </a:xfrm>
        <a:prstGeom prst="leftCircularArrow">
          <a:avLst>
            <a:gd name="adj1" fmla="val 3451"/>
            <a:gd name="adj2" fmla="val 427731"/>
            <a:gd name="adj3" fmla="val 2203242"/>
            <a:gd name="adj4" fmla="val 9024489"/>
            <a:gd name="adj5" fmla="val 4027"/>
          </a:avLst>
        </a:prstGeom>
        <a:gradFill rotWithShape="0">
          <a:gsLst>
            <a:gs pos="0">
              <a:schemeClr val="accent1">
                <a:shade val="90000"/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shade val="90000"/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shade val="90000"/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E18C6CF4-EDEB-4539-A36D-E0355B626199}">
      <dsp:nvSpPr>
        <dsp:cNvPr id="0" name=""/>
        <dsp:cNvSpPr/>
      </dsp:nvSpPr>
      <dsp:spPr>
        <a:xfrm>
          <a:off x="579480" y="2633472"/>
          <a:ext cx="2172943" cy="864108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alpha val="90000"/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alpha val="90000"/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alpha val="90000"/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60960" tIns="40640" rIns="60960" bIns="40640" numCol="1" spcCol="1270" rtlCol="0" anchor="ctr" anchorCtr="0">
          <a:noAutofit/>
        </a:bodyPr>
        <a:lstStyle/>
        <a:p>
          <a:pPr marL="0" lvl="0" indent="0" algn="ctr" defTabSz="14224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ko-KR" sz="3200" kern="1200" noProof="0" dirty="0">
              <a:latin typeface="malgun gothic" panose="020B0503020000020004" pitchFamily="50" charset="-127"/>
              <a:ea typeface="malgun gothic" panose="020B0503020000020004" pitchFamily="50" charset="-127"/>
            </a:rPr>
            <a:t>1</a:t>
          </a:r>
          <a:r>
            <a:rPr lang="ko-KR" altLang="en-US" sz="3200" kern="1200" noProof="0" dirty="0">
              <a:latin typeface="malgun gothic" panose="020B0503020000020004" pitchFamily="50" charset="-127"/>
              <a:ea typeface="malgun gothic" panose="020B0503020000020004" pitchFamily="50" charset="-127"/>
            </a:rPr>
            <a:t>단계 제목</a:t>
          </a:r>
        </a:p>
      </dsp:txBody>
      <dsp:txXfrm>
        <a:off x="604789" y="2658781"/>
        <a:ext cx="2122325" cy="813490"/>
      </dsp:txXfrm>
    </dsp:sp>
    <dsp:sp modelId="{E83793B4-2C5C-4D90-82FA-E5EE4745664D}">
      <dsp:nvSpPr>
        <dsp:cNvPr id="0" name=""/>
        <dsp:cNvSpPr/>
      </dsp:nvSpPr>
      <dsp:spPr>
        <a:xfrm>
          <a:off x="3209147" y="1049274"/>
          <a:ext cx="2444561" cy="2016252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alpha val="90000"/>
              <a:hueOff val="0"/>
              <a:satOff val="0"/>
              <a:lumOff val="0"/>
              <a:alphaOff val="-2000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59055" tIns="59055" rIns="59055" bIns="59055" numCol="1" spcCol="1270" rtlCol="0" anchor="t" anchorCtr="0">
          <a:noAutofit/>
        </a:bodyPr>
        <a:lstStyle/>
        <a:p>
          <a:pPr marL="285750" lvl="1" indent="-285750" algn="l" defTabSz="137795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ko-KR" altLang="en-US" sz="3100" kern="1200" noProof="0" dirty="0">
              <a:latin typeface="malgun gothic" panose="020B0503020000020004" pitchFamily="50" charset="-127"/>
              <a:ea typeface="malgun gothic" panose="020B0503020000020004" pitchFamily="50" charset="-127"/>
            </a:rPr>
            <a:t>작업 설명</a:t>
          </a:r>
        </a:p>
        <a:p>
          <a:pPr marL="285750" lvl="1" indent="-285750" algn="l" defTabSz="137795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ko-KR" altLang="en-US" sz="3100" kern="1200" noProof="0" dirty="0">
              <a:latin typeface="malgun gothic" panose="020B0503020000020004" pitchFamily="50" charset="-127"/>
              <a:ea typeface="malgun gothic" panose="020B0503020000020004" pitchFamily="50" charset="-127"/>
            </a:rPr>
            <a:t>작업 설명</a:t>
          </a:r>
        </a:p>
      </dsp:txBody>
      <dsp:txXfrm>
        <a:off x="3255547" y="1527728"/>
        <a:ext cx="2351761" cy="1491398"/>
      </dsp:txXfrm>
    </dsp:sp>
    <dsp:sp modelId="{DC2A0ADB-DCE3-4BF4-9952-0394865777AC}">
      <dsp:nvSpPr>
        <dsp:cNvPr id="0" name=""/>
        <dsp:cNvSpPr/>
      </dsp:nvSpPr>
      <dsp:spPr>
        <a:xfrm>
          <a:off x="4546892" y="-216486"/>
          <a:ext cx="3091364" cy="3091364"/>
        </a:xfrm>
        <a:prstGeom prst="circularArrow">
          <a:avLst>
            <a:gd name="adj1" fmla="val 3103"/>
            <a:gd name="adj2" fmla="val 381347"/>
            <a:gd name="adj3" fmla="val 19443143"/>
            <a:gd name="adj4" fmla="val 12575511"/>
            <a:gd name="adj5" fmla="val 3620"/>
          </a:avLst>
        </a:prstGeom>
        <a:gradFill rotWithShape="0">
          <a:gsLst>
            <a:gs pos="0">
              <a:schemeClr val="accent1">
                <a:shade val="90000"/>
                <a:hueOff val="361868"/>
                <a:satOff val="12502"/>
                <a:lumOff val="24506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shade val="90000"/>
                <a:hueOff val="361868"/>
                <a:satOff val="12502"/>
                <a:lumOff val="24506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shade val="90000"/>
                <a:hueOff val="361868"/>
                <a:satOff val="12502"/>
                <a:lumOff val="24506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029D1FDE-4DD7-4FA5-8C70-0C747477B66C}">
      <dsp:nvSpPr>
        <dsp:cNvPr id="0" name=""/>
        <dsp:cNvSpPr/>
      </dsp:nvSpPr>
      <dsp:spPr>
        <a:xfrm>
          <a:off x="3752383" y="617220"/>
          <a:ext cx="2172943" cy="864108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alpha val="90000"/>
                <a:hueOff val="0"/>
                <a:satOff val="0"/>
                <a:lumOff val="0"/>
                <a:alphaOff val="-20000"/>
                <a:satMod val="103000"/>
                <a:lumMod val="102000"/>
                <a:tint val="94000"/>
              </a:schemeClr>
            </a:gs>
            <a:gs pos="50000">
              <a:schemeClr val="accent1">
                <a:alpha val="90000"/>
                <a:hueOff val="0"/>
                <a:satOff val="0"/>
                <a:lumOff val="0"/>
                <a:alphaOff val="-20000"/>
                <a:satMod val="110000"/>
                <a:lumMod val="100000"/>
                <a:shade val="100000"/>
              </a:schemeClr>
            </a:gs>
            <a:gs pos="100000">
              <a:schemeClr val="accent1">
                <a:alpha val="90000"/>
                <a:hueOff val="0"/>
                <a:satOff val="0"/>
                <a:lumOff val="0"/>
                <a:alphaOff val="-2000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60960" tIns="40640" rIns="60960" bIns="40640" numCol="1" spcCol="1270" rtlCol="0" anchor="ctr" anchorCtr="0">
          <a:noAutofit/>
        </a:bodyPr>
        <a:lstStyle/>
        <a:p>
          <a:pPr marL="0" lvl="0" indent="0" algn="ctr" defTabSz="14224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ko-KR" sz="3200" kern="1200" noProof="0" dirty="0">
              <a:latin typeface="malgun gothic" panose="020B0503020000020004" pitchFamily="50" charset="-127"/>
              <a:ea typeface="malgun gothic" panose="020B0503020000020004" pitchFamily="50" charset="-127"/>
            </a:rPr>
            <a:t>2</a:t>
          </a:r>
          <a:r>
            <a:rPr lang="ko-KR" altLang="en-US" sz="3200" kern="1200" noProof="0" dirty="0">
              <a:latin typeface="malgun gothic" panose="020B0503020000020004" pitchFamily="50" charset="-127"/>
              <a:ea typeface="malgun gothic" panose="020B0503020000020004" pitchFamily="50" charset="-127"/>
            </a:rPr>
            <a:t>단계 제목</a:t>
          </a:r>
        </a:p>
      </dsp:txBody>
      <dsp:txXfrm>
        <a:off x="3777692" y="642529"/>
        <a:ext cx="2122325" cy="813490"/>
      </dsp:txXfrm>
    </dsp:sp>
    <dsp:sp modelId="{69C28D3B-E083-42DF-9EA0-916CA12125A9}">
      <dsp:nvSpPr>
        <dsp:cNvPr id="0" name=""/>
        <dsp:cNvSpPr/>
      </dsp:nvSpPr>
      <dsp:spPr>
        <a:xfrm>
          <a:off x="6382050" y="1049273"/>
          <a:ext cx="2444561" cy="2016252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alpha val="90000"/>
              <a:hueOff val="0"/>
              <a:satOff val="0"/>
              <a:lumOff val="0"/>
              <a:alphaOff val="-4000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59055" tIns="59055" rIns="59055" bIns="59055" numCol="1" spcCol="1270" rtlCol="0" anchor="t" anchorCtr="0">
          <a:noAutofit/>
        </a:bodyPr>
        <a:lstStyle/>
        <a:p>
          <a:pPr marL="285750" lvl="1" indent="-285750" algn="l" defTabSz="137795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ko-KR" altLang="en-US" sz="3100" kern="1200" noProof="0" dirty="0">
              <a:latin typeface="malgun gothic" panose="020B0503020000020004" pitchFamily="50" charset="-127"/>
              <a:ea typeface="malgun gothic" panose="020B0503020000020004" pitchFamily="50" charset="-127"/>
            </a:rPr>
            <a:t>작업 설명</a:t>
          </a:r>
        </a:p>
        <a:p>
          <a:pPr marL="285750" lvl="1" indent="-285750" algn="l" defTabSz="137795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ko-KR" altLang="en-US" sz="3100" kern="1200" noProof="0" dirty="0">
              <a:latin typeface="malgun gothic" panose="020B0503020000020004" pitchFamily="50" charset="-127"/>
              <a:ea typeface="malgun gothic" panose="020B0503020000020004" pitchFamily="50" charset="-127"/>
            </a:rPr>
            <a:t>작업 설명</a:t>
          </a:r>
        </a:p>
      </dsp:txBody>
      <dsp:txXfrm>
        <a:off x="6428450" y="1095673"/>
        <a:ext cx="2351761" cy="1491398"/>
      </dsp:txXfrm>
    </dsp:sp>
    <dsp:sp modelId="{047F5837-10E2-4FFC-A492-DB8A19EF48CA}">
      <dsp:nvSpPr>
        <dsp:cNvPr id="0" name=""/>
        <dsp:cNvSpPr/>
      </dsp:nvSpPr>
      <dsp:spPr>
        <a:xfrm>
          <a:off x="6925286" y="2633472"/>
          <a:ext cx="2172943" cy="864108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alpha val="90000"/>
                <a:hueOff val="0"/>
                <a:satOff val="0"/>
                <a:lumOff val="0"/>
                <a:alphaOff val="-40000"/>
                <a:satMod val="103000"/>
                <a:lumMod val="102000"/>
                <a:tint val="94000"/>
              </a:schemeClr>
            </a:gs>
            <a:gs pos="50000">
              <a:schemeClr val="accent1">
                <a:alpha val="90000"/>
                <a:hueOff val="0"/>
                <a:satOff val="0"/>
                <a:lumOff val="0"/>
                <a:alphaOff val="-40000"/>
                <a:satMod val="110000"/>
                <a:lumMod val="100000"/>
                <a:shade val="100000"/>
              </a:schemeClr>
            </a:gs>
            <a:gs pos="100000">
              <a:schemeClr val="accent1">
                <a:alpha val="90000"/>
                <a:hueOff val="0"/>
                <a:satOff val="0"/>
                <a:lumOff val="0"/>
                <a:alphaOff val="-4000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60960" tIns="40640" rIns="60960" bIns="40640" numCol="1" spcCol="1270" rtlCol="0" anchor="ctr" anchorCtr="0">
          <a:noAutofit/>
        </a:bodyPr>
        <a:lstStyle/>
        <a:p>
          <a:pPr marL="0" lvl="0" indent="0" algn="ctr" defTabSz="14224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ko-KR" sz="3200" kern="1200" noProof="0" dirty="0">
              <a:latin typeface="malgun gothic" panose="020B0503020000020004" pitchFamily="50" charset="-127"/>
              <a:ea typeface="malgun gothic" panose="020B0503020000020004" pitchFamily="50" charset="-127"/>
            </a:rPr>
            <a:t>3</a:t>
          </a:r>
          <a:r>
            <a:rPr lang="ko-KR" altLang="en-US" sz="3200" kern="1200" noProof="0" dirty="0">
              <a:latin typeface="malgun gothic" panose="020B0503020000020004" pitchFamily="50" charset="-127"/>
              <a:ea typeface="malgun gothic" panose="020B0503020000020004" pitchFamily="50" charset="-127"/>
            </a:rPr>
            <a:t>단계 제목</a:t>
          </a:r>
        </a:p>
      </dsp:txBody>
      <dsp:txXfrm>
        <a:off x="6950595" y="2658781"/>
        <a:ext cx="2122325" cy="81349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Process4">
  <dgm:title val=""/>
  <dgm:desc val=""/>
  <dgm:catLst>
    <dgm:cat type="process" pri="4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composite"/>
    <dgm:shape xmlns:r="http://schemas.openxmlformats.org/officeDocument/2006/relationships" r:blip="">
      <dgm:adjLst/>
    </dgm:shape>
    <dgm:presOf/>
    <dgm:constrLst>
      <dgm:constr type="w" for="ch" forName="tSp" refType="w"/>
      <dgm:constr type="h" for="ch" forName="tSp" refType="h" fact="0.15"/>
      <dgm:constr type="l" for="ch" forName="tSp"/>
      <dgm:constr type="t" for="ch" forName="tSp"/>
      <dgm:constr type="w" for="ch" forName="bSp" refType="w"/>
      <dgm:constr type="h" for="ch" forName="bSp" refType="h" fact="0.15"/>
      <dgm:constr type="l" for="ch" forName="bSp"/>
      <dgm:constr type="t" for="ch" forName="bSp" refType="h" fact="0.85"/>
      <dgm:constr type="w" for="ch" forName="process" refType="w"/>
      <dgm:constr type="h" for="ch" forName="process" refType="h" fact="0.7"/>
      <dgm:constr type="l" for="ch" forName="process"/>
      <dgm:constr type="t" for="ch" forName="process" refType="h" fact="0.15"/>
    </dgm:constrLst>
    <dgm:ruleLst/>
    <dgm:layoutNode name="tSp">
      <dgm:alg type="sp"/>
      <dgm:shape xmlns:r="http://schemas.openxmlformats.org/officeDocument/2006/relationships" r:blip="">
        <dgm:adjLst/>
      </dgm:shape>
      <dgm:presOf/>
      <dgm:constrLst/>
      <dgm:ruleLst/>
    </dgm:layoutNode>
    <dgm:layoutNode name="bSp">
      <dgm:alg type="sp"/>
      <dgm:shape xmlns:r="http://schemas.openxmlformats.org/officeDocument/2006/relationships" r:blip="">
        <dgm:adjLst/>
      </dgm:shape>
      <dgm:presOf/>
      <dgm:constrLst/>
      <dgm:ruleLst/>
    </dgm:layoutNode>
    <dgm:layoutNode name="process">
      <dgm:choose name="Name1">
        <dgm:if name="Name2" func="var" arg="dir" op="equ" val="norm">
          <dgm:alg type="lin">
            <dgm:param type="linDir" val="fromL"/>
          </dgm:alg>
        </dgm:if>
        <dgm:else name="Name3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osite1" refType="w"/>
        <dgm:constr type="w" for="ch" forName="composite2" refType="w" refFor="ch" refForName="composite1" op="equ"/>
        <dgm:constr type="h" for="ch" forName="composite1" refType="h"/>
        <dgm:constr type="h" for="ch" forName="composite2" refType="h" refFor="ch" refForName="composite1" op="equ"/>
        <dgm:constr type="primFontSz" for="des" forName="parentNode1" val="65"/>
        <dgm:constr type="primFontSz" for="des" forName="parentNode2" refType="primFontSz" refFor="des" refForName="parentNode1" op="equ"/>
        <dgm:constr type="secFontSz" for="des" forName="childNode1tx" val="65"/>
        <dgm:constr type="secFontSz" for="des" forName="childNode2tx" refType="secFontSz" refFor="des" refForName="childNode1tx" op="equ"/>
        <dgm:constr type="w" for="des" ptType="sibTrans" refType="w" refFor="ch" refForName="composite1" op="equ" fact="0.05"/>
      </dgm:constrLst>
      <dgm:ruleLst/>
      <dgm:forEach name="Name4" axis="ch" ptType="node" step="2">
        <dgm:layoutNode name="composite1">
          <dgm:alg type="composite">
            <dgm:param type="ar" val="0.943"/>
          </dgm:alg>
          <dgm:shape xmlns:r="http://schemas.openxmlformats.org/officeDocument/2006/relationships" r:blip="">
            <dgm:adjLst/>
          </dgm:shape>
          <dgm:presOf/>
          <dgm:choose name="Name5">
            <dgm:if name="Name6" func="var" arg="dir" op="equ" val="norm">
              <dgm:constrLst>
                <dgm:constr type="h" refType="w" fact="1.06"/>
                <dgm:constr type="w" for="ch" forName="dummyNode1" refType="w"/>
                <dgm:constr type="h" for="ch" forName="dummyNode1" refType="h"/>
                <dgm:constr type="t" for="ch" forName="dummyNode1"/>
                <dgm:constr type="l" for="ch" forName="dummyNode1"/>
                <dgm:constr type="w" for="ch" forName="childNode1" refType="w" fact="0.9"/>
                <dgm:constr type="h" for="ch" forName="childNode1" refType="h" fact="0.7"/>
                <dgm:constr type="t" for="ch" forName="childNode1" refType="h" fact="0.15"/>
                <dgm:constr type="l" for="ch" forName="childNode1"/>
                <dgm:constr type="w" for="ch" forName="childNode1tx" refType="w" fact="0.9"/>
                <dgm:constr type="h" for="ch" forName="childNode1tx" refType="h" fact="0.55"/>
                <dgm:constr type="t" for="ch" forName="childNode1tx" refType="h" fact="0.15"/>
                <dgm:constr type="l" for="ch" forName="childNode1tx"/>
                <dgm:constr type="w" for="ch" forName="parentNode1" refType="w" fact="0.8"/>
                <dgm:constr type="h" for="ch" forName="parentNode1" refType="h" fact="0.3"/>
                <dgm:constr type="t" for="ch" forName="parentNode1" refType="h" fact="0.7"/>
                <dgm:constr type="l" for="ch" forName="parentNode1" refType="w" fact="0.2"/>
                <dgm:constr type="w" for="ch" forName="connSite1" refType="w" fact="0.01"/>
                <dgm:constr type="h" for="ch" forName="connSite1" refType="h" fact="0.01"/>
                <dgm:constr type="t" for="ch" forName="connSite1"/>
                <dgm:constr type="l" for="ch" forName="connSite1" refType="w" fact="0.35"/>
              </dgm:constrLst>
            </dgm:if>
            <dgm:else name="Name7">
              <dgm:constrLst>
                <dgm:constr type="h" refType="w" fact="1.06"/>
                <dgm:constr type="w" for="ch" forName="dummyNode1" refType="w"/>
                <dgm:constr type="h" for="ch" forName="dummyNode1" refType="h"/>
                <dgm:constr type="t" for="ch" forName="dummyNode1"/>
                <dgm:constr type="l" for="ch" forName="dummyNode1"/>
                <dgm:constr type="w" for="ch" forName="childNode1" refType="w" fact="0.9"/>
                <dgm:constr type="h" for="ch" forName="childNode1" refType="h" fact="0.7"/>
                <dgm:constr type="t" for="ch" forName="childNode1" refType="h" fact="0.15"/>
                <dgm:constr type="l" for="ch" forName="childNode1" refType="w" fact="0.1"/>
                <dgm:constr type="w" for="ch" forName="childNode1tx" refType="w" fact="0.9"/>
                <dgm:constr type="h" for="ch" forName="childNode1tx" refType="h" fact="0.55"/>
                <dgm:constr type="t" for="ch" forName="childNode1tx" refType="h" fact="0.15"/>
                <dgm:constr type="l" for="ch" forName="childNode1tx" refType="w" fact="0.1"/>
                <dgm:constr type="w" for="ch" forName="parentNode1" refType="w" fact="0.8"/>
                <dgm:constr type="h" for="ch" forName="parentNode1" refType="h" fact="0.3"/>
                <dgm:constr type="t" for="ch" forName="parentNode1" refType="h" fact="0.7"/>
                <dgm:constr type="l" for="ch" forName="parentNode1"/>
                <dgm:constr type="w" for="ch" forName="connSite1" refType="w" fact="0.01"/>
                <dgm:constr type="h" for="ch" forName="connSite1" refType="h" fact="0.01"/>
                <dgm:constr type="t" for="ch" forName="connSite1"/>
                <dgm:constr type="l" for="ch" forName="connSite1" refType="w" fact="0.65"/>
              </dgm:constrLst>
            </dgm:else>
          </dgm:choose>
          <dgm:ruleLst/>
          <dgm:layoutNode name="dummyNode1">
            <dgm:alg type="sp"/>
            <dgm:shape xmlns:r="http://schemas.openxmlformats.org/officeDocument/2006/relationships" type="rect" r:blip="" hideGeom="1">
              <dgm:adjLst/>
            </dgm:shape>
            <dgm:presOf/>
            <dgm:constrLst/>
            <dgm:ruleLst/>
          </dgm:layoutNode>
          <dgm:layoutNode name="childNode1" styleLbl="bgAcc1">
            <dgm:varLst>
              <dgm:bulletEnabled val="1"/>
            </dgm:varLst>
            <dgm:alg type="sp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des" ptType="node"/>
            <dgm:constrLst/>
            <dgm:ruleLst/>
          </dgm:layoutNode>
          <dgm:layoutNode name="childNode1tx" styleLbl="bgAcc1">
            <dgm:varLst>
              <dgm:bulletEnabled val="1"/>
            </dgm:varLst>
            <dgm:alg type="tx">
              <dgm:param type="stBulletLvl" val="1"/>
            </dgm:alg>
            <dgm:shape xmlns:r="http://schemas.openxmlformats.org/officeDocument/2006/relationships" type="roundRect" r:blip="" hideGeom="1">
              <dgm:adjLst>
                <dgm:adj idx="1" val="0.1"/>
              </dgm:adjLst>
            </dgm:shape>
            <dgm:presOf axis="des" ptType="node"/>
            <dgm:constrLst>
              <dgm:constr type="secFontSz" val="65"/>
              <dgm:constr type="primFontSz" refType="secFontSz"/>
              <dgm:constr type="tMarg" refType="secFontSz" fact="0.15"/>
              <dgm:constr type="bMarg" refType="secFontSz" fact="0.15"/>
              <dgm:constr type="lMarg" refType="secFontSz" fact="0.15"/>
              <dgm:constr type="rMarg" refType="secFontSz" fact="0.15"/>
            </dgm:constrLst>
            <dgm:ruleLst>
              <dgm:rule type="secFontSz" val="5" fact="NaN" max="NaN"/>
            </dgm:ruleLst>
          </dgm:layoutNode>
          <dgm:layoutNode name="parentNode1" styleLbl="node1">
            <dgm:varLst>
              <dgm:chMax val="1"/>
              <dgm:bulletEnabled val="1"/>
            </dgm:varLst>
            <dgm:alg type="tx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self"/>
            <dgm:constrLst>
              <dgm:constr type="tMarg" refType="primFontSz" fact="0.1"/>
              <dgm:constr type="bMarg" refType="primFontSz" fact="0.1"/>
              <dgm:constr type="lMarg" refType="primFontSz" fact="0.15"/>
              <dgm:constr type="rMarg" refType="primFontSz" fact="0.15"/>
            </dgm:constrLst>
            <dgm:ruleLst>
              <dgm:rule type="primFontSz" val="5" fact="NaN" max="NaN"/>
            </dgm:ruleLst>
          </dgm:layoutNode>
          <dgm:layoutNode name="connSite1" moveWith="childNode1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layoutNode>
        <dgm:forEach name="Name8" axis="followSib" ptType="sibTrans" cnt="1">
          <dgm:layoutNode name="Name9">
            <dgm:alg type="conn">
              <dgm:param type="connRout" val="curve"/>
              <dgm:param type="srcNode" val="parentNode1"/>
              <dgm:param type="dstNode" val="connSite2"/>
              <dgm:param type="begPts" val="bCtr"/>
              <dgm:param type="endPts" val="bCtr"/>
            </dgm:alg>
            <dgm:shape xmlns:r="http://schemas.openxmlformats.org/officeDocument/2006/relationships" type="conn" r:blip="" zOrderOff="-2">
              <dgm:adjLst/>
            </dgm:shape>
            <dgm:presOf axis="self"/>
            <dgm:choose name="Name10">
              <dgm:if name="Name11" func="var" arg="dir" op="equ" val="norm">
                <dgm:constrLst>
                  <dgm:constr type="h" refType="w" fact="0.35"/>
                  <dgm:constr type="wArH" refType="h"/>
                  <dgm:constr type="hArH" refType="h"/>
                  <dgm:constr type="connDist"/>
                  <dgm:constr type="diam" refType="connDist" fact="-1.15"/>
                  <dgm:constr type="begPad"/>
                  <dgm:constr type="endPad"/>
                </dgm:constrLst>
              </dgm:if>
              <dgm:else name="Name12">
                <dgm:constrLst>
                  <dgm:constr type="h" refType="w" fact="0.35"/>
                  <dgm:constr type="wArH" refType="h"/>
                  <dgm:constr type="hArH" refType="h"/>
                  <dgm:constr type="connDist"/>
                  <dgm:constr type="diam" refType="connDist" fact="1.15"/>
                  <dgm:constr type="begPad"/>
                  <dgm:constr type="endPad"/>
                </dgm:constrLst>
              </dgm:else>
            </dgm:choose>
            <dgm:ruleLst/>
          </dgm:layoutNode>
        </dgm:forEach>
        <dgm:forEach name="Name13" axis="followSib" ptType="node" cnt="1">
          <dgm:layoutNode name="composite2">
            <dgm:alg type="composite">
              <dgm:param type="ar" val="0.943"/>
            </dgm:alg>
            <dgm:shape xmlns:r="http://schemas.openxmlformats.org/officeDocument/2006/relationships" r:blip="">
              <dgm:adjLst/>
            </dgm:shape>
            <dgm:presOf/>
            <dgm:choose name="Name14">
              <dgm:if name="Name15" func="var" arg="dir" op="equ" val="norm">
                <dgm:constrLst>
                  <dgm:constr type="h" refType="w" fact="1.06"/>
                  <dgm:constr type="w" for="ch" forName="dummyNode2" refType="w"/>
                  <dgm:constr type="h" for="ch" forName="dummyNode2" refType="h"/>
                  <dgm:constr type="t" for="ch" forName="dummyNode2"/>
                  <dgm:constr type="l" for="ch" forName="dummyNode2"/>
                  <dgm:constr type="w" for="ch" forName="childNode2" refType="w" fact="0.9"/>
                  <dgm:constr type="h" for="ch" forName="childNode2" refType="h" fact="0.7"/>
                  <dgm:constr type="t" for="ch" forName="childNode2" refType="h" fact="0.15"/>
                  <dgm:constr type="l" for="ch" forName="childNode2"/>
                  <dgm:constr type="w" for="ch" forName="childNode2tx" refType="w" fact="0.9"/>
                  <dgm:constr type="h" for="ch" forName="childNode2tx" refType="h" fact="0.55"/>
                  <dgm:constr type="t" for="ch" forName="childNode2tx" refType="h" fact="0.3"/>
                  <dgm:constr type="l" for="ch" forName="childNode2tx"/>
                  <dgm:constr type="w" for="ch" forName="parentNode2" refType="w" fact="0.8"/>
                  <dgm:constr type="h" for="ch" forName="parentNode2" refType="h" fact="0.3"/>
                  <dgm:constr type="t" for="ch" forName="parentNode2"/>
                  <dgm:constr type="l" for="ch" forName="parentNode2" refType="w" fact="0.2"/>
                  <dgm:constr type="w" for="ch" forName="connSite2" refType="w" fact="0.01"/>
                  <dgm:constr type="h" for="ch" forName="connSite2" refType="h" fact="0.01"/>
                  <dgm:constr type="t" for="ch" forName="connSite2" refType="h" fact="0.99"/>
                  <dgm:constr type="l" for="ch" forName="connSite2" refType="w" fact="0.25"/>
                </dgm:constrLst>
              </dgm:if>
              <dgm:else name="Name16">
                <dgm:constrLst>
                  <dgm:constr type="h" refType="w" fact="1.06"/>
                  <dgm:constr type="w" for="ch" forName="dummyNode2" refType="w"/>
                  <dgm:constr type="h" for="ch" forName="dummyNode2" refType="h"/>
                  <dgm:constr type="t" for="ch" forName="dummyNode2"/>
                  <dgm:constr type="l" for="ch" forName="dummyNode2"/>
                  <dgm:constr type="w" for="ch" forName="childNode2" refType="w" fact="0.9"/>
                  <dgm:constr type="h" for="ch" forName="childNode2" refType="h" fact="0.7"/>
                  <dgm:constr type="t" for="ch" forName="childNode2" refType="h" fact="0.15"/>
                  <dgm:constr type="l" for="ch" forName="childNode2" refType="w" fact="0.1"/>
                  <dgm:constr type="w" for="ch" forName="childNode2tx" refType="w" fact="0.9"/>
                  <dgm:constr type="h" for="ch" forName="childNode2tx" refType="h" fact="0.55"/>
                  <dgm:constr type="t" for="ch" forName="childNode2tx" refType="h" fact="0.3"/>
                  <dgm:constr type="l" for="ch" forName="childNode2tx" refType="w" fact="0.1"/>
                  <dgm:constr type="w" for="ch" forName="parentNode2" refType="w" fact="0.8"/>
                  <dgm:constr type="h" for="ch" forName="parentNode2" refType="h" fact="0.3"/>
                  <dgm:constr type="t" for="ch" forName="parentNode2"/>
                  <dgm:constr type="l" for="ch" forName="parentNode2"/>
                  <dgm:constr type="w" for="ch" forName="connSite2" refType="w" fact="0.01"/>
                  <dgm:constr type="h" for="ch" forName="connSite2" refType="h" fact="0.01"/>
                  <dgm:constr type="t" for="ch" forName="connSite2" refType="h" fact="0.99"/>
                  <dgm:constr type="l" for="ch" forName="connSite2" refType="w" fact="0.85"/>
                </dgm:constrLst>
              </dgm:else>
            </dgm:choose>
            <dgm:ruleLst/>
            <dgm:layoutNode name="dummyNode2">
              <dgm:alg type="sp"/>
              <dgm:shape xmlns:r="http://schemas.openxmlformats.org/officeDocument/2006/relationships" type="rect" r:blip="" hideGeom="1">
                <dgm:adjLst/>
              </dgm:shape>
              <dgm:presOf/>
              <dgm:constrLst/>
              <dgm:ruleLst/>
            </dgm:layoutNode>
            <dgm:layoutNode name="childNode2" styleLbl="bgAcc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des" ptType="node"/>
              <dgm:constrLst/>
              <dgm:ruleLst/>
            </dgm:layoutNode>
            <dgm:layoutNode name="childNode2tx" styleLbl="bgAcc1">
              <dgm:varLst>
                <dgm:bulletEnabled val="1"/>
              </dgm:varLst>
              <dgm:alg type="tx">
                <dgm:param type="stBulletLvl" val="1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des" ptType="node"/>
              <dgm:constrLst>
                <dgm:constr type="secFontSz" val="65"/>
                <dgm:constr type="primFontSz" refType="secFontSz"/>
                <dgm:constr type="tMarg" refType="secFontSz" fact="0.15"/>
                <dgm:constr type="bMarg" refType="secFontSz" fact="0.15"/>
                <dgm:constr type="lMarg" refType="secFontSz" fact="0.15"/>
                <dgm:constr type="rMarg" refType="secFontSz" fact="0.15"/>
              </dgm:constrLst>
              <dgm:ruleLst>
                <dgm:rule type="secFontSz" val="5" fact="NaN" max="NaN"/>
              </dgm:ruleLst>
            </dgm:layoutNode>
            <dgm:layoutNode name="parentNode2" styleLbl="node1">
              <dgm:varLst>
                <dgm:chMax val="0"/>
                <dgm:bulletEnabled val="1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1"/>
                <dgm:constr type="bMarg" refType="primFontSz" fact="0.1"/>
                <dgm:constr type="lMarg" refType="primFontSz" fact="0.15"/>
                <dgm:constr type="rMarg" refType="primFontSz" fact="0.15"/>
              </dgm:constrLst>
              <dgm:ruleLst>
                <dgm:rule type="primFontSz" val="5" fact="NaN" max="NaN"/>
              </dgm:ruleLst>
            </dgm:layoutNode>
            <dgm:layoutNode name="connSite2" moveWith="childNode2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layoutNode>
          <dgm:forEach name="Name17" axis="followSib" ptType="sibTrans" cnt="1">
            <dgm:layoutNode name="Name18">
              <dgm:alg type="conn">
                <dgm:param type="connRout" val="curve"/>
                <dgm:param type="srcNode" val="parentNode2"/>
                <dgm:param type="dstNode" val="connSite1"/>
                <dgm:param type="begPts" val="tCtr"/>
                <dgm:param type="endPts" val="tCtr"/>
              </dgm:alg>
              <dgm:shape xmlns:r="http://schemas.openxmlformats.org/officeDocument/2006/relationships" type="conn" r:blip="" zOrderOff="-2">
                <dgm:adjLst/>
              </dgm:shape>
              <dgm:presOf axis="self"/>
              <dgm:choose name="Name19">
                <dgm:if name="Name20" func="var" arg="dir" op="equ" val="norm">
                  <dgm:constrLst>
                    <dgm:constr type="h" refType="w" fact="0.35"/>
                    <dgm:constr type="wArH" refType="h"/>
                    <dgm:constr type="hArH" refType="h"/>
                    <dgm:constr type="connDist"/>
                    <dgm:constr type="diam" refType="connDist" fact="1.15"/>
                    <dgm:constr type="begPad"/>
                    <dgm:constr type="endPad"/>
                  </dgm:constrLst>
                </dgm:if>
                <dgm:else name="Name21">
                  <dgm:constrLst>
                    <dgm:constr type="h" refType="w" fact="0.35"/>
                    <dgm:constr type="wArH" refType="h"/>
                    <dgm:constr type="hArH" refType="h"/>
                    <dgm:constr type="connDist"/>
                    <dgm:constr type="diam" refType="connDist" fact="-1.15"/>
                    <dgm:constr type="begPad"/>
                    <dgm:constr type="endPad"/>
                  </dgm:constrLst>
                </dgm:else>
              </dgm:choose>
              <dgm:ruleLst/>
            </dgm:layoutNode>
          </dgm:forEach>
        </dgm:forEach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rtl="0">
              <a:defRPr sz="1200"/>
            </a:lvl1pPr>
          </a:lstStyle>
          <a:p>
            <a:pPr rtl="0"/>
            <a:endParaRPr lang="ko-KR" altLang="en-US" dirty="0"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rtl="0">
              <a:defRPr sz="1200"/>
            </a:lvl1pPr>
          </a:lstStyle>
          <a:p>
            <a:pPr algn="r" rtl="0"/>
            <a:fld id="{BB05FF44-DF9A-4A13-BC46-2F847A20FBA3}" type="datetime1">
              <a:rPr lang="ko-KR" altLang="en-US" smtClean="0">
                <a:latin typeface="malgun gothic" panose="020B0503020000020004" pitchFamily="50" charset="-127"/>
                <a:ea typeface="malgun gothic" panose="020B0503020000020004" pitchFamily="50" charset="-127"/>
              </a:rPr>
              <a:t>2025-12-16</a:t>
            </a:fld>
            <a:endParaRPr lang="ko-KR" altLang="en-US" dirty="0"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rtl="0">
              <a:defRPr sz="1200"/>
            </a:lvl1pPr>
          </a:lstStyle>
          <a:p>
            <a:pPr rtl="0"/>
            <a:endParaRPr lang="ko-KR" altLang="en-US" dirty="0"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rtl="0">
              <a:defRPr sz="1200"/>
            </a:lvl1pPr>
          </a:lstStyle>
          <a:p>
            <a:pPr algn="r" rtl="0"/>
            <a:fld id="{D9F912AB-2776-42F2-A957-313FC7EFEDB9}" type="slidenum">
              <a:rPr lang="en-US" altLang="ko-KR">
                <a:latin typeface="malgun gothic" panose="020B0503020000020004" pitchFamily="50" charset="-127"/>
                <a:ea typeface="malgun gothic" panose="020B0503020000020004" pitchFamily="50" charset="-127"/>
              </a:rPr>
              <a:pPr algn="r" rtl="0"/>
              <a:t>‹#›</a:t>
            </a:fld>
            <a:endParaRPr lang="en-US" altLang="ko-KR" dirty="0"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3206574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rtl="0">
              <a:defRPr sz="1200">
                <a:latin typeface="malgun gothic" panose="020B0503020000020004" pitchFamily="50" charset="-127"/>
                <a:ea typeface="malgun gothic" panose="020B0503020000020004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rtl="0">
              <a:defRPr sz="1200">
                <a:latin typeface="malgun gothic" panose="020B0503020000020004" pitchFamily="50" charset="-127"/>
                <a:ea typeface="malgun gothic" panose="020B0503020000020004" pitchFamily="50" charset="-127"/>
              </a:defRPr>
            </a:lvl1pPr>
          </a:lstStyle>
          <a:p>
            <a:fld id="{B67652D9-5E98-496C-9A79-7FBE3C3A89CE}" type="datetime1">
              <a:rPr lang="ko-KR" altLang="en-US" smtClean="0"/>
              <a:pPr/>
              <a:t>2025-12-16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dirty="0"/>
              <a:t>마스터 텍스트 스타일을 편집합니다</a:t>
            </a:r>
            <a:endParaRPr lang="ko-KR" altLang="en-US" noProof="0" dirty="0"/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rtl="0">
              <a:defRPr sz="1200">
                <a:latin typeface="malgun gothic" panose="020B0503020000020004" pitchFamily="50" charset="-127"/>
                <a:ea typeface="malgun gothic" panose="020B0503020000020004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rtl="0">
              <a:defRPr sz="1200">
                <a:latin typeface="malgun gothic" panose="020B0503020000020004" pitchFamily="50" charset="-127"/>
                <a:ea typeface="malgun gothic" panose="020B0503020000020004" pitchFamily="50" charset="-127"/>
              </a:defRPr>
            </a:lvl1pPr>
          </a:lstStyle>
          <a:p>
            <a:fld id="{F93199CD-3E1B-4AE6-990F-76F925F5EA9F}" type="slidenum">
              <a:rPr lang="en-US" altLang="ko-KR" smtClean="0"/>
              <a:pPr/>
              <a:t>‹#›</a:t>
            </a:fld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4276579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malgun gothic" panose="020B0503020000020004" pitchFamily="50" charset="-127"/>
        <a:ea typeface="malgun gothic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F93199CD-3E1B-4AE6-990F-76F925F5EA9F}" type="slidenum">
              <a:rPr lang="en-US" altLang="ko-KR" smtClean="0"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6383616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noProof="0" dirty="0"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F93199CD-3E1B-4AE6-990F-76F925F5EA9F}" type="slidenum">
              <a:rPr lang="en-US" altLang="ko-KR" smtClean="0"/>
              <a:t>2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48562244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noProof="0" dirty="0"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F93199CD-3E1B-4AE6-990F-76F925F5EA9F}" type="slidenum">
              <a:rPr lang="en-US" altLang="ko-KR" smtClean="0"/>
              <a:t>3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42218186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noProof="0" dirty="0"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F93199CD-3E1B-4AE6-990F-76F925F5EA9F}" type="slidenum">
              <a:rPr lang="en-US" altLang="ko-KR" smtClean="0"/>
              <a:t>4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08369700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noProof="0" dirty="0"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F93199CD-3E1B-4AE6-990F-76F925F5EA9F}" type="slidenum">
              <a:rPr lang="en-US" altLang="ko-KR" smtClean="0"/>
              <a:t>5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06800977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noProof="0" dirty="0"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F93199CD-3E1B-4AE6-990F-76F925F5EA9F}" type="slidenum">
              <a:rPr lang="en-US" altLang="ko-KR" smtClean="0"/>
              <a:t>6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4791500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noProof="0" dirty="0"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F93199CD-3E1B-4AE6-990F-76F925F5EA9F}" type="slidenum">
              <a:rPr lang="en-US" altLang="ko-KR" smtClean="0"/>
              <a:t>7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7904658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noProof="0" dirty="0"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F93199CD-3E1B-4AE6-990F-76F925F5EA9F}" type="slidenum">
              <a:rPr lang="en-US" altLang="ko-KR" smtClean="0"/>
              <a:t>8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74170940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noProof="0" dirty="0"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F93199CD-3E1B-4AE6-990F-76F925F5EA9F}" type="slidenum">
              <a:rPr lang="en-US" altLang="ko-KR" smtClean="0"/>
              <a:t>9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10109543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noProof="0" dirty="0"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F93199CD-3E1B-4AE6-990F-76F925F5EA9F}" type="slidenum">
              <a:rPr lang="en-US" altLang="ko-KR" smtClean="0"/>
              <a:t>10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8493476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F93199CD-3E1B-4AE6-990F-76F925F5EA9F}" type="slidenum">
              <a:rPr lang="en-US" altLang="ko-KR" smtClean="0"/>
              <a:t>11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35694995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noProof="0" dirty="0"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F93199CD-3E1B-4AE6-990F-76F925F5EA9F}" type="slidenum">
              <a:rPr lang="en-US" altLang="ko-KR" smtClean="0"/>
              <a:t>12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40946752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noProof="0" dirty="0"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F93199CD-3E1B-4AE6-990F-76F925F5EA9F}" type="slidenum">
              <a:rPr lang="en-US" altLang="ko-KR" smtClean="0"/>
              <a:t>13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70243631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noProof="0" dirty="0"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F93199CD-3E1B-4AE6-990F-76F925F5EA9F}" type="slidenum">
              <a:rPr lang="en-US" altLang="ko-KR" smtClean="0"/>
              <a:t>14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4728088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065214" y="1828800"/>
            <a:ext cx="8229600" cy="2895600"/>
          </a:xfrm>
        </p:spPr>
        <p:txBody>
          <a:bodyPr rtlCol="0" anchor="b">
            <a:normAutofit/>
          </a:bodyPr>
          <a:lstStyle>
            <a:lvl1pPr algn="l" rtl="0">
              <a:lnSpc>
                <a:spcPct val="80000"/>
              </a:lnSpc>
              <a:defRPr sz="6600">
                <a:solidFill>
                  <a:schemeClr val="tx1"/>
                </a:solidFill>
                <a:latin typeface="malgun gothic" panose="020B0503020000020004" pitchFamily="50" charset="-127"/>
                <a:ea typeface="malgun gothic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065213" y="4800600"/>
            <a:ext cx="8229600" cy="1219200"/>
          </a:xfrm>
        </p:spPr>
        <p:txBody>
          <a:bodyPr rtlCol="0">
            <a:normAutofit/>
          </a:bodyPr>
          <a:lstStyle>
            <a:lvl1pPr marL="0" indent="0" algn="l" rtl="0">
              <a:spcBef>
                <a:spcPts val="0"/>
              </a:spcBef>
              <a:buNone/>
              <a:defRPr sz="2000" cap="all" spc="200" baseline="0">
                <a:solidFill>
                  <a:schemeClr val="accent1"/>
                </a:solidFill>
                <a:latin typeface="malgun gothic" panose="020B0503020000020004" pitchFamily="50" charset="-127"/>
                <a:ea typeface="malgun gothic" panose="020B0503020000020004" pitchFamily="50" charset="-127"/>
              </a:defRPr>
            </a:lvl1pPr>
            <a:lvl2pPr marL="457200" indent="0" algn="ctr" rt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 rt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 rt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 rt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 rt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 rt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 rt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 rt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rtl="0"/>
            <a:r>
              <a:rPr lang="ko-KR" altLang="en-US" noProof="0"/>
              <a:t>클릭하여 마스터 부제목 스타일 편집</a:t>
            </a:r>
            <a:endParaRPr lang="ko-KR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949990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malgun gothic" panose="020B0503020000020004" pitchFamily="50" charset="-127"/>
                <a:ea typeface="malgun gothic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idx="1" hasCustomPrompt="1"/>
          </p:nvPr>
        </p:nvSpPr>
        <p:spPr/>
        <p:txBody>
          <a:bodyPr rtlCol="0"/>
          <a:lstStyle>
            <a:lvl1pPr rtl="0">
              <a:defRPr>
                <a:latin typeface="malgun gothic" panose="020B0503020000020004" pitchFamily="50" charset="-127"/>
                <a:ea typeface="malgun gothic" panose="020B0503020000020004" pitchFamily="50" charset="-127"/>
              </a:defRPr>
            </a:lvl1pPr>
            <a:lvl2pPr>
              <a:defRPr>
                <a:latin typeface="malgun gothic" panose="020B0503020000020004" pitchFamily="50" charset="-127"/>
                <a:ea typeface="malgun gothic" panose="020B0503020000020004" pitchFamily="50" charset="-127"/>
              </a:defRPr>
            </a:lvl2pPr>
            <a:lvl3pPr>
              <a:defRPr>
                <a:latin typeface="malgun gothic" panose="020B0503020000020004" pitchFamily="50" charset="-127"/>
                <a:ea typeface="malgun gothic" panose="020B0503020000020004" pitchFamily="50" charset="-127"/>
              </a:defRPr>
            </a:lvl3pPr>
            <a:lvl4pPr>
              <a:defRPr>
                <a:latin typeface="malgun gothic" panose="020B0503020000020004" pitchFamily="50" charset="-127"/>
                <a:ea typeface="malgun gothic" panose="020B0503020000020004" pitchFamily="50" charset="-127"/>
              </a:defRPr>
            </a:lvl4pPr>
            <a:lvl5pPr algn="l" rtl="0">
              <a:defRPr>
                <a:latin typeface="malgun gothic" panose="020B0503020000020004" pitchFamily="50" charset="-127"/>
                <a:ea typeface="malgun gothic" panose="020B0503020000020004" pitchFamily="50" charset="-127"/>
              </a:defRPr>
            </a:lvl5pPr>
            <a:lvl6pPr algn="l" rtl="0">
              <a:defRPr/>
            </a:lvl6pPr>
          </a:lstStyle>
          <a:p>
            <a:pPr lvl="0" rtl="0"/>
            <a:r>
              <a:rPr lang="ko-KR" altLang="en-US" dirty="0"/>
              <a:t>마스터 텍스트 스타일을 편집합니다</a:t>
            </a:r>
            <a:endParaRPr lang="ko-KR" altLang="en-US" noProof="0" dirty="0"/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malgun gothic" panose="020B0503020000020004" pitchFamily="50" charset="-127"/>
                <a:ea typeface="malgun gothic" panose="020B0503020000020004" pitchFamily="50" charset="-127"/>
              </a:defRPr>
            </a:lvl1pPr>
          </a:lstStyle>
          <a:p>
            <a:fld id="{6B7C8E55-64E3-43E3-9B1F-D481C9ABEBA4}" type="datetime1">
              <a:rPr lang="ko-KR" altLang="en-US" smtClean="0"/>
              <a:pPr/>
              <a:t>2025-12-16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malgun gothic" panose="020B0503020000020004" pitchFamily="50" charset="-127"/>
                <a:ea typeface="malgun gothic" panose="020B0503020000020004" pitchFamily="50" charset="-127"/>
              </a:defRPr>
            </a:lvl1pPr>
          </a:lstStyle>
          <a:p>
            <a:endParaRPr lang="ko-KR" altLang="en-US" noProof="0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latin typeface="malgun gothic" panose="020B0503020000020004" pitchFamily="50" charset="-127"/>
                <a:ea typeface="malgun gothic" panose="020B0503020000020004" pitchFamily="50" charset="-127"/>
              </a:defRPr>
            </a:lvl1pPr>
          </a:lstStyle>
          <a:p>
            <a:fld id="{2A013F82-EE5E-44EE-A61D-E31C6657F26F}" type="slidenum">
              <a:rPr lang="en-US" altLang="ko-KR" noProof="0" smtClean="0"/>
              <a:pPr/>
              <a:t>‹#›</a:t>
            </a:fld>
            <a:endParaRPr lang="ko-KR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27382540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059614" y="2514600"/>
            <a:ext cx="8692399" cy="2819400"/>
          </a:xfrm>
        </p:spPr>
        <p:txBody>
          <a:bodyPr rtlCol="0" anchor="b">
            <a:normAutofit/>
          </a:bodyPr>
          <a:lstStyle>
            <a:lvl1pPr algn="l" rtl="0">
              <a:lnSpc>
                <a:spcPct val="80000"/>
              </a:lnSpc>
              <a:defRPr sz="4800" b="0" cap="none" baseline="0">
                <a:latin typeface="malgun gothic" panose="020B0503020000020004" pitchFamily="50" charset="-127"/>
                <a:ea typeface="malgun gothic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 hasCustomPrompt="1"/>
          </p:nvPr>
        </p:nvSpPr>
        <p:spPr>
          <a:xfrm>
            <a:off x="1065213" y="5410200"/>
            <a:ext cx="8687333" cy="609601"/>
          </a:xfrm>
        </p:spPr>
        <p:txBody>
          <a:bodyPr rtlCol="0" anchor="t">
            <a:normAutofit/>
          </a:bodyPr>
          <a:lstStyle>
            <a:lvl1pPr marL="0" indent="0" algn="l" rtl="0">
              <a:spcBef>
                <a:spcPts val="0"/>
              </a:spcBef>
              <a:buNone/>
              <a:defRPr sz="2000" cap="all" spc="200" baseline="0">
                <a:solidFill>
                  <a:schemeClr val="accent1"/>
                </a:solidFill>
                <a:latin typeface="malgun gothic" panose="020B0503020000020004" pitchFamily="50" charset="-127"/>
                <a:ea typeface="malgun gothic" panose="020B0503020000020004" pitchFamily="50" charset="-127"/>
              </a:defRPr>
            </a:lvl1pPr>
            <a:lvl2pPr marL="457200" indent="0" algn="l" rtl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l" rtl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l" rtl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l" rtl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l" rtl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l" rtl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l" rtl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l" rtl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ko-KR" altLang="en-US" dirty="0"/>
              <a:t>마스터 텍스트 스타일을 편집합니다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malgun gothic" panose="020B0503020000020004" pitchFamily="50" charset="-127"/>
                <a:ea typeface="malgun gothic" panose="020B0503020000020004" pitchFamily="50" charset="-127"/>
              </a:defRPr>
            </a:lvl1pPr>
          </a:lstStyle>
          <a:p>
            <a:fld id="{A63C1306-F24F-4654-B050-3D3785E3A869}" type="datetime1">
              <a:rPr lang="ko-KR" altLang="en-US" smtClean="0"/>
              <a:pPr/>
              <a:t>2025-12-16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malgun gothic" panose="020B0503020000020004" pitchFamily="50" charset="-127"/>
                <a:ea typeface="malgun gothic" panose="020B0503020000020004" pitchFamily="50" charset="-127"/>
              </a:defRPr>
            </a:lvl1pPr>
          </a:lstStyle>
          <a:p>
            <a:endParaRPr lang="ko-KR" altLang="en-US" noProof="0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latin typeface="malgun gothic" panose="020B0503020000020004" pitchFamily="50" charset="-127"/>
                <a:ea typeface="malgun gothic" panose="020B0503020000020004" pitchFamily="50" charset="-127"/>
              </a:defRPr>
            </a:lvl1pPr>
          </a:lstStyle>
          <a:p>
            <a:fld id="{2A013F82-EE5E-44EE-A61D-E31C6657F26F}" type="slidenum">
              <a:rPr lang="en-US" altLang="ko-KR" noProof="0" smtClean="0"/>
              <a:pPr/>
              <a:t>‹#›</a:t>
            </a:fld>
            <a:endParaRPr lang="ko-KR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17618133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내용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malgun gothic" panose="020B0503020000020004" pitchFamily="50" charset="-127"/>
                <a:ea typeface="malgun gothic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sz="half" idx="1" hasCustomPrompt="1"/>
          </p:nvPr>
        </p:nvSpPr>
        <p:spPr>
          <a:xfrm>
            <a:off x="1504781" y="1905001"/>
            <a:ext cx="4419599" cy="4114800"/>
          </a:xfrm>
        </p:spPr>
        <p:txBody>
          <a:bodyPr rtlCol="0">
            <a:normAutofit/>
          </a:bodyPr>
          <a:lstStyle>
            <a:lvl1pPr algn="l" rtl="0">
              <a:defRPr sz="2400">
                <a:latin typeface="malgun gothic" panose="020B0503020000020004" pitchFamily="50" charset="-127"/>
                <a:ea typeface="malgun gothic" panose="020B0503020000020004" pitchFamily="50" charset="-127"/>
              </a:defRPr>
            </a:lvl1pPr>
            <a:lvl2pPr algn="l" rtl="0">
              <a:defRPr sz="2000">
                <a:latin typeface="malgun gothic" panose="020B0503020000020004" pitchFamily="50" charset="-127"/>
                <a:ea typeface="malgun gothic" panose="020B0503020000020004" pitchFamily="50" charset="-127"/>
              </a:defRPr>
            </a:lvl2pPr>
            <a:lvl3pPr algn="l" rtl="0">
              <a:defRPr sz="1800">
                <a:latin typeface="malgun gothic" panose="020B0503020000020004" pitchFamily="50" charset="-127"/>
                <a:ea typeface="malgun gothic" panose="020B0503020000020004" pitchFamily="50" charset="-127"/>
              </a:defRPr>
            </a:lvl3pPr>
            <a:lvl4pPr algn="l" rtl="0">
              <a:defRPr sz="1600">
                <a:latin typeface="malgun gothic" panose="020B0503020000020004" pitchFamily="50" charset="-127"/>
                <a:ea typeface="malgun gothic" panose="020B0503020000020004" pitchFamily="50" charset="-127"/>
              </a:defRPr>
            </a:lvl4pPr>
            <a:lvl5pPr algn="l" rtl="0">
              <a:defRPr sz="1600">
                <a:latin typeface="malgun gothic" panose="020B0503020000020004" pitchFamily="50" charset="-127"/>
                <a:ea typeface="malgun gothic" panose="020B0503020000020004" pitchFamily="50" charset="-127"/>
              </a:defRPr>
            </a:lvl5pPr>
            <a:lvl6pPr algn="l" rtl="0">
              <a:defRPr sz="1600"/>
            </a:lvl6pPr>
            <a:lvl7pPr algn="l" rtl="0">
              <a:defRPr sz="1600"/>
            </a:lvl7pPr>
            <a:lvl8pPr algn="l" rtl="0">
              <a:defRPr sz="1600"/>
            </a:lvl8pPr>
            <a:lvl9pPr algn="l" rtl="0">
              <a:defRPr sz="1600"/>
            </a:lvl9pPr>
          </a:lstStyle>
          <a:p>
            <a:pPr lvl="0" rtl="0"/>
            <a:r>
              <a:rPr lang="ko-KR" altLang="en-US" dirty="0"/>
              <a:t>마스터 텍스트 스타일을 편집합니다</a:t>
            </a:r>
            <a:endParaRPr lang="ko-KR" altLang="en-US" noProof="0" dirty="0"/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 hasCustomPrompt="1"/>
          </p:nvPr>
        </p:nvSpPr>
        <p:spPr>
          <a:xfrm>
            <a:off x="6229183" y="1905001"/>
            <a:ext cx="4419600" cy="4114800"/>
          </a:xfrm>
        </p:spPr>
        <p:txBody>
          <a:bodyPr rtlCol="0">
            <a:normAutofit/>
          </a:bodyPr>
          <a:lstStyle>
            <a:lvl1pPr algn="l" rtl="0">
              <a:defRPr sz="2400">
                <a:latin typeface="malgun gothic" panose="020B0503020000020004" pitchFamily="50" charset="-127"/>
                <a:ea typeface="malgun gothic" panose="020B0503020000020004" pitchFamily="50" charset="-127"/>
              </a:defRPr>
            </a:lvl1pPr>
            <a:lvl2pPr algn="l" rtl="0">
              <a:defRPr sz="2000">
                <a:latin typeface="malgun gothic" panose="020B0503020000020004" pitchFamily="50" charset="-127"/>
                <a:ea typeface="malgun gothic" panose="020B0503020000020004" pitchFamily="50" charset="-127"/>
              </a:defRPr>
            </a:lvl2pPr>
            <a:lvl3pPr algn="l" rtl="0">
              <a:defRPr sz="1800">
                <a:latin typeface="malgun gothic" panose="020B0503020000020004" pitchFamily="50" charset="-127"/>
                <a:ea typeface="malgun gothic" panose="020B0503020000020004" pitchFamily="50" charset="-127"/>
              </a:defRPr>
            </a:lvl3pPr>
            <a:lvl4pPr algn="l" rtl="0">
              <a:defRPr sz="1600">
                <a:latin typeface="malgun gothic" panose="020B0503020000020004" pitchFamily="50" charset="-127"/>
                <a:ea typeface="malgun gothic" panose="020B0503020000020004" pitchFamily="50" charset="-127"/>
              </a:defRPr>
            </a:lvl4pPr>
            <a:lvl5pPr algn="l" rtl="0">
              <a:defRPr sz="1600">
                <a:latin typeface="malgun gothic" panose="020B0503020000020004" pitchFamily="50" charset="-127"/>
                <a:ea typeface="malgun gothic" panose="020B0503020000020004" pitchFamily="50" charset="-127"/>
              </a:defRPr>
            </a:lvl5pPr>
            <a:lvl6pPr algn="l" rtl="0">
              <a:defRPr sz="1600"/>
            </a:lvl6pPr>
            <a:lvl7pPr algn="l" rtl="0">
              <a:defRPr sz="1600"/>
            </a:lvl7pPr>
            <a:lvl8pPr algn="l" rtl="0">
              <a:defRPr sz="1600"/>
            </a:lvl8pPr>
            <a:lvl9pPr algn="l" rtl="0">
              <a:defRPr sz="1600"/>
            </a:lvl9pPr>
          </a:lstStyle>
          <a:p>
            <a:pPr lvl="0" rtl="0"/>
            <a:r>
              <a:rPr lang="ko-KR" altLang="en-US" dirty="0"/>
              <a:t>마스터 텍스트 스타일을 편집합니다</a:t>
            </a:r>
            <a:endParaRPr lang="ko-KR" altLang="en-US" noProof="0" dirty="0"/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malgun gothic" panose="020B0503020000020004" pitchFamily="50" charset="-127"/>
                <a:ea typeface="malgun gothic" panose="020B0503020000020004" pitchFamily="50" charset="-127"/>
              </a:defRPr>
            </a:lvl1pPr>
          </a:lstStyle>
          <a:p>
            <a:fld id="{50C68357-0488-4B3E-8D6D-734C90E62C4D}" type="datetime1">
              <a:rPr lang="ko-KR" altLang="en-US" smtClean="0"/>
              <a:pPr/>
              <a:t>2025-12-16</a:t>
            </a:fld>
            <a:endParaRPr lang="ko-KR" altLang="en-US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malgun gothic" panose="020B0503020000020004" pitchFamily="50" charset="-127"/>
                <a:ea typeface="malgun gothic" panose="020B0503020000020004" pitchFamily="50" charset="-127"/>
              </a:defRPr>
            </a:lvl1pPr>
          </a:lstStyle>
          <a:p>
            <a:endParaRPr lang="ko-KR" altLang="en-US" noProof="0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latin typeface="malgun gothic" panose="020B0503020000020004" pitchFamily="50" charset="-127"/>
                <a:ea typeface="malgun gothic" panose="020B0503020000020004" pitchFamily="50" charset="-127"/>
              </a:defRPr>
            </a:lvl1pPr>
          </a:lstStyle>
          <a:p>
            <a:fld id="{2A013F82-EE5E-44EE-A61D-E31C6657F26F}" type="slidenum">
              <a:rPr lang="en-US" altLang="ko-KR" noProof="0" smtClean="0"/>
              <a:pPr/>
              <a:t>‹#›</a:t>
            </a:fld>
            <a:endParaRPr lang="ko-KR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28253407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 algn="l" rtl="0">
              <a:defRPr>
                <a:latin typeface="malgun gothic" panose="020B0503020000020004" pitchFamily="50" charset="-127"/>
                <a:ea typeface="malgun gothic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 hasCustomPrompt="1"/>
          </p:nvPr>
        </p:nvSpPr>
        <p:spPr>
          <a:xfrm>
            <a:off x="1522411" y="1905000"/>
            <a:ext cx="4416552" cy="762000"/>
          </a:xfrm>
        </p:spPr>
        <p:txBody>
          <a:bodyPr rtlCol="0" anchor="ctr">
            <a:noAutofit/>
          </a:bodyPr>
          <a:lstStyle>
            <a:lvl1pPr marL="0" indent="0" algn="l" rtl="0">
              <a:spcBef>
                <a:spcPts val="0"/>
              </a:spcBef>
              <a:buNone/>
              <a:defRPr sz="2000" b="0" cap="all" spc="200" baseline="0">
                <a:solidFill>
                  <a:schemeClr val="accent1"/>
                </a:solidFill>
                <a:latin typeface="malgun gothic" panose="020B0503020000020004" pitchFamily="50" charset="-127"/>
                <a:ea typeface="malgun gothic" panose="020B0503020000020004" pitchFamily="50" charset="-127"/>
              </a:defRPr>
            </a:lvl1pPr>
            <a:lvl2pPr marL="457200" indent="0" algn="l" rtl="0">
              <a:buNone/>
              <a:defRPr sz="2000" b="1"/>
            </a:lvl2pPr>
            <a:lvl3pPr marL="914400" indent="0" algn="l" rtl="0">
              <a:buNone/>
              <a:defRPr sz="1800" b="1"/>
            </a:lvl3pPr>
            <a:lvl4pPr marL="1371600" indent="0" algn="l" rtl="0">
              <a:buNone/>
              <a:defRPr sz="1600" b="1"/>
            </a:lvl4pPr>
            <a:lvl5pPr marL="1828800" indent="0" algn="l" rtl="0">
              <a:buNone/>
              <a:defRPr sz="1600" b="1"/>
            </a:lvl5pPr>
            <a:lvl6pPr marL="2286000" indent="0" algn="l" rtl="0">
              <a:buNone/>
              <a:defRPr sz="1600" b="1"/>
            </a:lvl6pPr>
            <a:lvl7pPr marL="2743200" indent="0" algn="l" rtl="0">
              <a:buNone/>
              <a:defRPr sz="1600" b="1"/>
            </a:lvl7pPr>
            <a:lvl8pPr marL="3200400" indent="0" algn="l" rtl="0">
              <a:buNone/>
              <a:defRPr sz="1600" b="1"/>
            </a:lvl8pPr>
            <a:lvl9pPr marL="3657600" indent="0" algn="l" rtl="0">
              <a:buNone/>
              <a:defRPr sz="1600" b="1"/>
            </a:lvl9pPr>
          </a:lstStyle>
          <a:p>
            <a:pPr lvl="0" rtl="0"/>
            <a:r>
              <a:rPr lang="ko-KR" altLang="en-US" dirty="0"/>
              <a:t>마스터 텍스트 스타일을 편집합니다</a:t>
            </a:r>
            <a:endParaRPr lang="ko-KR" altLang="en-US" noProof="0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 hasCustomPrompt="1"/>
          </p:nvPr>
        </p:nvSpPr>
        <p:spPr>
          <a:xfrm>
            <a:off x="1522411" y="2743201"/>
            <a:ext cx="4416552" cy="3276600"/>
          </a:xfrm>
        </p:spPr>
        <p:txBody>
          <a:bodyPr rtlCol="0">
            <a:normAutofit/>
          </a:bodyPr>
          <a:lstStyle>
            <a:lvl1pPr algn="l" rtl="0">
              <a:defRPr sz="2400">
                <a:latin typeface="malgun gothic" panose="020B0503020000020004" pitchFamily="50" charset="-127"/>
                <a:ea typeface="malgun gothic" panose="020B0503020000020004" pitchFamily="50" charset="-127"/>
              </a:defRPr>
            </a:lvl1pPr>
            <a:lvl2pPr algn="l" rtl="0">
              <a:defRPr sz="2000">
                <a:latin typeface="malgun gothic" panose="020B0503020000020004" pitchFamily="50" charset="-127"/>
                <a:ea typeface="malgun gothic" panose="020B0503020000020004" pitchFamily="50" charset="-127"/>
              </a:defRPr>
            </a:lvl2pPr>
            <a:lvl3pPr algn="l" rtl="0">
              <a:defRPr sz="1800">
                <a:latin typeface="malgun gothic" panose="020B0503020000020004" pitchFamily="50" charset="-127"/>
                <a:ea typeface="malgun gothic" panose="020B0503020000020004" pitchFamily="50" charset="-127"/>
              </a:defRPr>
            </a:lvl3pPr>
            <a:lvl4pPr algn="l" rtl="0">
              <a:defRPr sz="1600">
                <a:latin typeface="malgun gothic" panose="020B0503020000020004" pitchFamily="50" charset="-127"/>
                <a:ea typeface="malgun gothic" panose="020B0503020000020004" pitchFamily="50" charset="-127"/>
              </a:defRPr>
            </a:lvl4pPr>
            <a:lvl5pPr algn="l" rtl="0">
              <a:defRPr sz="1600">
                <a:latin typeface="malgun gothic" panose="020B0503020000020004" pitchFamily="50" charset="-127"/>
                <a:ea typeface="malgun gothic" panose="020B0503020000020004" pitchFamily="50" charset="-127"/>
              </a:defRPr>
            </a:lvl5pPr>
            <a:lvl6pPr algn="l" rtl="0">
              <a:defRPr sz="1600"/>
            </a:lvl6pPr>
            <a:lvl7pPr algn="l" rtl="0">
              <a:defRPr sz="1600"/>
            </a:lvl7pPr>
            <a:lvl8pPr algn="l" rtl="0">
              <a:defRPr sz="1600"/>
            </a:lvl8pPr>
            <a:lvl9pPr algn="l" rtl="0">
              <a:defRPr sz="1600"/>
            </a:lvl9pPr>
          </a:lstStyle>
          <a:p>
            <a:pPr lvl="0" rtl="0"/>
            <a:r>
              <a:rPr lang="ko-KR" altLang="en-US" dirty="0"/>
              <a:t>마스터 텍스트 스타일을 편집합니다</a:t>
            </a:r>
            <a:endParaRPr lang="ko-KR" altLang="en-US" noProof="0" dirty="0"/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 hasCustomPrompt="1"/>
          </p:nvPr>
        </p:nvSpPr>
        <p:spPr>
          <a:xfrm>
            <a:off x="6249861" y="1905000"/>
            <a:ext cx="4416552" cy="762000"/>
          </a:xfrm>
        </p:spPr>
        <p:txBody>
          <a:bodyPr rtlCol="0" anchor="ctr">
            <a:noAutofit/>
          </a:bodyPr>
          <a:lstStyle>
            <a:lvl1pPr marL="0" indent="0" algn="l" rtl="0">
              <a:spcBef>
                <a:spcPts val="0"/>
              </a:spcBef>
              <a:buNone/>
              <a:defRPr sz="2000" b="0" cap="all" spc="200" baseline="0">
                <a:solidFill>
                  <a:schemeClr val="accent1"/>
                </a:solidFill>
                <a:latin typeface="malgun gothic" panose="020B0503020000020004" pitchFamily="50" charset="-127"/>
                <a:ea typeface="malgun gothic" panose="020B0503020000020004" pitchFamily="50" charset="-127"/>
              </a:defRPr>
            </a:lvl1pPr>
            <a:lvl2pPr marL="457200" indent="0" algn="l" rtl="0">
              <a:buNone/>
              <a:defRPr sz="2000" b="1"/>
            </a:lvl2pPr>
            <a:lvl3pPr marL="914400" indent="0" algn="l" rtl="0">
              <a:buNone/>
              <a:defRPr sz="1800" b="1"/>
            </a:lvl3pPr>
            <a:lvl4pPr marL="1371600" indent="0" algn="l" rtl="0">
              <a:buNone/>
              <a:defRPr sz="1600" b="1"/>
            </a:lvl4pPr>
            <a:lvl5pPr marL="1828800" indent="0" algn="l" rtl="0">
              <a:buNone/>
              <a:defRPr sz="1600" b="1"/>
            </a:lvl5pPr>
            <a:lvl6pPr marL="2286000" indent="0" algn="l" rtl="0">
              <a:buNone/>
              <a:defRPr sz="1600" b="1"/>
            </a:lvl6pPr>
            <a:lvl7pPr marL="2743200" indent="0" algn="l" rtl="0">
              <a:buNone/>
              <a:defRPr sz="1600" b="1"/>
            </a:lvl7pPr>
            <a:lvl8pPr marL="3200400" indent="0" algn="l" rtl="0">
              <a:buNone/>
              <a:defRPr sz="1600" b="1"/>
            </a:lvl8pPr>
            <a:lvl9pPr marL="3657600" indent="0" algn="l" rtl="0">
              <a:buNone/>
              <a:defRPr sz="1600" b="1"/>
            </a:lvl9pPr>
          </a:lstStyle>
          <a:p>
            <a:pPr lvl="0" rtl="0"/>
            <a:r>
              <a:rPr lang="ko-KR" altLang="en-US" dirty="0"/>
              <a:t>마스터 텍스트 스타일을 편집합니다</a:t>
            </a:r>
            <a:endParaRPr lang="ko-KR" altLang="en-US" noProof="0" dirty="0"/>
          </a:p>
        </p:txBody>
      </p:sp>
      <p:sp>
        <p:nvSpPr>
          <p:cNvPr id="6" name="내용 개체 틀 5"/>
          <p:cNvSpPr>
            <a:spLocks noGrp="1"/>
          </p:cNvSpPr>
          <p:nvPr>
            <p:ph sz="quarter" idx="4" hasCustomPrompt="1"/>
          </p:nvPr>
        </p:nvSpPr>
        <p:spPr>
          <a:xfrm>
            <a:off x="6249861" y="2743201"/>
            <a:ext cx="4416552" cy="3276600"/>
          </a:xfrm>
        </p:spPr>
        <p:txBody>
          <a:bodyPr rtlCol="0">
            <a:normAutofit/>
          </a:bodyPr>
          <a:lstStyle>
            <a:lvl1pPr algn="l" rtl="0">
              <a:defRPr sz="2400">
                <a:latin typeface="malgun gothic" panose="020B0503020000020004" pitchFamily="50" charset="-127"/>
                <a:ea typeface="malgun gothic" panose="020B0503020000020004" pitchFamily="50" charset="-127"/>
              </a:defRPr>
            </a:lvl1pPr>
            <a:lvl2pPr algn="l" rtl="0">
              <a:defRPr sz="2000">
                <a:latin typeface="malgun gothic" panose="020B0503020000020004" pitchFamily="50" charset="-127"/>
                <a:ea typeface="malgun gothic" panose="020B0503020000020004" pitchFamily="50" charset="-127"/>
              </a:defRPr>
            </a:lvl2pPr>
            <a:lvl3pPr algn="l" rtl="0">
              <a:defRPr sz="1800">
                <a:latin typeface="malgun gothic" panose="020B0503020000020004" pitchFamily="50" charset="-127"/>
                <a:ea typeface="malgun gothic" panose="020B0503020000020004" pitchFamily="50" charset="-127"/>
              </a:defRPr>
            </a:lvl3pPr>
            <a:lvl4pPr algn="l" rtl="0">
              <a:defRPr sz="1600">
                <a:latin typeface="malgun gothic" panose="020B0503020000020004" pitchFamily="50" charset="-127"/>
                <a:ea typeface="malgun gothic" panose="020B0503020000020004" pitchFamily="50" charset="-127"/>
              </a:defRPr>
            </a:lvl4pPr>
            <a:lvl5pPr algn="l" rtl="0">
              <a:defRPr sz="1600">
                <a:latin typeface="malgun gothic" panose="020B0503020000020004" pitchFamily="50" charset="-127"/>
                <a:ea typeface="malgun gothic" panose="020B0503020000020004" pitchFamily="50" charset="-127"/>
              </a:defRPr>
            </a:lvl5pPr>
            <a:lvl6pPr algn="l" rtl="0">
              <a:defRPr sz="1600"/>
            </a:lvl6pPr>
            <a:lvl7pPr algn="l" rtl="0">
              <a:defRPr sz="1600"/>
            </a:lvl7pPr>
            <a:lvl8pPr algn="l" rtl="0">
              <a:defRPr sz="1600"/>
            </a:lvl8pPr>
            <a:lvl9pPr algn="l" rtl="0">
              <a:defRPr sz="1600"/>
            </a:lvl9pPr>
          </a:lstStyle>
          <a:p>
            <a:pPr lvl="0" rtl="0"/>
            <a:r>
              <a:rPr lang="ko-KR" altLang="en-US" dirty="0"/>
              <a:t>마스터 텍스트 스타일을 편집합니다</a:t>
            </a:r>
            <a:endParaRPr lang="ko-KR" altLang="en-US" noProof="0" dirty="0"/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malgun gothic" panose="020B0503020000020004" pitchFamily="50" charset="-127"/>
                <a:ea typeface="malgun gothic" panose="020B0503020000020004" pitchFamily="50" charset="-127"/>
              </a:defRPr>
            </a:lvl1pPr>
          </a:lstStyle>
          <a:p>
            <a:fld id="{100650EB-3FA3-4A54-8CA3-83674E37935A}" type="datetime1">
              <a:rPr lang="ko-KR" altLang="en-US" smtClean="0"/>
              <a:pPr/>
              <a:t>2025-12-16</a:t>
            </a:fld>
            <a:endParaRPr lang="ko-KR" altLang="en-US" dirty="0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malgun gothic" panose="020B0503020000020004" pitchFamily="50" charset="-127"/>
                <a:ea typeface="malgun gothic" panose="020B0503020000020004" pitchFamily="50" charset="-127"/>
              </a:defRPr>
            </a:lvl1pPr>
          </a:lstStyle>
          <a:p>
            <a:endParaRPr lang="ko-KR" altLang="en-US" noProof="0" dirty="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latin typeface="malgun gothic" panose="020B0503020000020004" pitchFamily="50" charset="-127"/>
                <a:ea typeface="malgun gothic" panose="020B0503020000020004" pitchFamily="50" charset="-127"/>
              </a:defRPr>
            </a:lvl1pPr>
          </a:lstStyle>
          <a:p>
            <a:fld id="{2A013F82-EE5E-44EE-A61D-E31C6657F26F}" type="slidenum">
              <a:rPr lang="en-US" altLang="ko-KR" noProof="0" smtClean="0"/>
              <a:pPr/>
              <a:t>‹#›</a:t>
            </a:fld>
            <a:endParaRPr lang="ko-KR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42084195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malgun gothic" panose="020B0503020000020004" pitchFamily="50" charset="-127"/>
                <a:ea typeface="malgun gothic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malgun gothic" panose="020B0503020000020004" pitchFamily="50" charset="-127"/>
                <a:ea typeface="malgun gothic" panose="020B0503020000020004" pitchFamily="50" charset="-127"/>
              </a:defRPr>
            </a:lvl1pPr>
          </a:lstStyle>
          <a:p>
            <a:fld id="{B31A7561-9F8C-438E-9D21-7638ED08212B}" type="datetime1">
              <a:rPr lang="ko-KR" altLang="en-US" smtClean="0"/>
              <a:pPr/>
              <a:t>2025-12-16</a:t>
            </a:fld>
            <a:endParaRPr lang="ko-KR" altLang="en-US" dirty="0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malgun gothic" panose="020B0503020000020004" pitchFamily="50" charset="-127"/>
                <a:ea typeface="malgun gothic" panose="020B0503020000020004" pitchFamily="50" charset="-127"/>
              </a:defRPr>
            </a:lvl1pPr>
          </a:lstStyle>
          <a:p>
            <a:endParaRPr lang="ko-KR" altLang="en-US" noProof="0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latin typeface="malgun gothic" panose="020B0503020000020004" pitchFamily="50" charset="-127"/>
                <a:ea typeface="malgun gothic" panose="020B0503020000020004" pitchFamily="50" charset="-127"/>
              </a:defRPr>
            </a:lvl1pPr>
          </a:lstStyle>
          <a:p>
            <a:fld id="{2A013F82-EE5E-44EE-A61D-E31C6657F26F}" type="slidenum">
              <a:rPr lang="en-US" altLang="ko-KR" noProof="0" smtClean="0"/>
              <a:pPr/>
              <a:t>‹#›</a:t>
            </a:fld>
            <a:endParaRPr lang="ko-KR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16266314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비어 있음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malgun gothic" panose="020B0503020000020004" pitchFamily="50" charset="-127"/>
                <a:ea typeface="malgun gothic" panose="020B0503020000020004" pitchFamily="50" charset="-127"/>
              </a:defRPr>
            </a:lvl1pPr>
          </a:lstStyle>
          <a:p>
            <a:fld id="{AD33435E-7C56-449C-911C-471A0263CF30}" type="datetime1">
              <a:rPr lang="ko-KR" altLang="en-US" smtClean="0"/>
              <a:pPr/>
              <a:t>2025-12-16</a:t>
            </a:fld>
            <a:endParaRPr lang="ko-KR" altLang="en-US" dirty="0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malgun gothic" panose="020B0503020000020004" pitchFamily="50" charset="-127"/>
                <a:ea typeface="malgun gothic" panose="020B0503020000020004" pitchFamily="50" charset="-127"/>
              </a:defRPr>
            </a:lvl1pPr>
          </a:lstStyle>
          <a:p>
            <a:endParaRPr lang="ko-KR" altLang="en-US" noProof="0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latin typeface="malgun gothic" panose="020B0503020000020004" pitchFamily="50" charset="-127"/>
                <a:ea typeface="malgun gothic" panose="020B0503020000020004" pitchFamily="50" charset="-127"/>
              </a:defRPr>
            </a:lvl1pPr>
          </a:lstStyle>
          <a:p>
            <a:fld id="{2A013F82-EE5E-44EE-A61D-E31C6657F26F}" type="slidenum">
              <a:rPr lang="en-US" altLang="ko-KR" noProof="0" smtClean="0"/>
              <a:pPr/>
              <a:t>‹#›</a:t>
            </a:fld>
            <a:endParaRPr lang="ko-KR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36075401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055604" y="1905000"/>
            <a:ext cx="3596607" cy="2667000"/>
          </a:xfrm>
        </p:spPr>
        <p:txBody>
          <a:bodyPr rtlCol="0" anchor="b">
            <a:noAutofit/>
          </a:bodyPr>
          <a:lstStyle>
            <a:lvl1pPr algn="l" rtl="0">
              <a:lnSpc>
                <a:spcPct val="90000"/>
              </a:lnSpc>
              <a:defRPr sz="3600" b="0" baseline="0">
                <a:solidFill>
                  <a:schemeClr val="tx1"/>
                </a:solidFill>
                <a:latin typeface="malgun gothic" panose="020B0503020000020004" pitchFamily="50" charset="-127"/>
                <a:ea typeface="malgun gothic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idx="1" hasCustomPrompt="1"/>
          </p:nvPr>
        </p:nvSpPr>
        <p:spPr>
          <a:xfrm>
            <a:off x="4951414" y="685800"/>
            <a:ext cx="6400800" cy="5334000"/>
          </a:xfrm>
        </p:spPr>
        <p:txBody>
          <a:bodyPr rtlCol="0">
            <a:normAutofit/>
          </a:bodyPr>
          <a:lstStyle>
            <a:lvl1pPr algn="l" rtl="0">
              <a:defRPr sz="2400">
                <a:latin typeface="malgun gothic" panose="020B0503020000020004" pitchFamily="50" charset="-127"/>
                <a:ea typeface="malgun gothic" panose="020B0503020000020004" pitchFamily="50" charset="-127"/>
              </a:defRPr>
            </a:lvl1pPr>
            <a:lvl2pPr algn="l" rtl="0">
              <a:defRPr sz="2000">
                <a:latin typeface="malgun gothic" panose="020B0503020000020004" pitchFamily="50" charset="-127"/>
                <a:ea typeface="malgun gothic" panose="020B0503020000020004" pitchFamily="50" charset="-127"/>
              </a:defRPr>
            </a:lvl2pPr>
            <a:lvl3pPr algn="l" rtl="0">
              <a:defRPr sz="1800">
                <a:latin typeface="malgun gothic" panose="020B0503020000020004" pitchFamily="50" charset="-127"/>
                <a:ea typeface="malgun gothic" panose="020B0503020000020004" pitchFamily="50" charset="-127"/>
              </a:defRPr>
            </a:lvl3pPr>
            <a:lvl4pPr algn="l" rtl="0">
              <a:defRPr sz="1600">
                <a:latin typeface="malgun gothic" panose="020B0503020000020004" pitchFamily="50" charset="-127"/>
                <a:ea typeface="malgun gothic" panose="020B0503020000020004" pitchFamily="50" charset="-127"/>
              </a:defRPr>
            </a:lvl4pPr>
            <a:lvl5pPr algn="l" rtl="0">
              <a:defRPr sz="1600">
                <a:latin typeface="malgun gothic" panose="020B0503020000020004" pitchFamily="50" charset="-127"/>
                <a:ea typeface="malgun gothic" panose="020B0503020000020004" pitchFamily="50" charset="-127"/>
              </a:defRPr>
            </a:lvl5pPr>
            <a:lvl6pPr algn="l" rtl="0">
              <a:defRPr sz="1600"/>
            </a:lvl6pPr>
            <a:lvl7pPr algn="l" rtl="0">
              <a:defRPr sz="1600"/>
            </a:lvl7pPr>
            <a:lvl8pPr algn="l" rtl="0">
              <a:defRPr sz="1600"/>
            </a:lvl8pPr>
            <a:lvl9pPr algn="l" rtl="0">
              <a:defRPr sz="1600"/>
            </a:lvl9pPr>
          </a:lstStyle>
          <a:p>
            <a:pPr lvl="0" rtl="0"/>
            <a:r>
              <a:rPr lang="ko-KR" altLang="en-US" dirty="0"/>
              <a:t>마스터 텍스트 스타일을 편집합니다</a:t>
            </a:r>
            <a:endParaRPr lang="ko-KR" altLang="en-US" noProof="0" dirty="0"/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 hasCustomPrompt="1"/>
          </p:nvPr>
        </p:nvSpPr>
        <p:spPr>
          <a:xfrm>
            <a:off x="1065213" y="4648200"/>
            <a:ext cx="3581399" cy="1371600"/>
          </a:xfrm>
        </p:spPr>
        <p:txBody>
          <a:bodyPr rtlCol="0">
            <a:normAutofit/>
          </a:bodyPr>
          <a:lstStyle>
            <a:lvl1pPr marL="0" indent="0" algn="l" rtl="0">
              <a:lnSpc>
                <a:spcPct val="90000"/>
              </a:lnSpc>
              <a:spcBef>
                <a:spcPts val="1200"/>
              </a:spcBef>
              <a:buNone/>
              <a:defRPr sz="1800">
                <a:latin typeface="malgun gothic" panose="020B0503020000020004" pitchFamily="50" charset="-127"/>
                <a:ea typeface="malgun gothic" panose="020B0503020000020004" pitchFamily="50" charset="-127"/>
              </a:defRPr>
            </a:lvl1pPr>
            <a:lvl2pPr marL="457200" indent="0" algn="l" rtl="0">
              <a:buNone/>
              <a:defRPr sz="1200"/>
            </a:lvl2pPr>
            <a:lvl3pPr marL="914400" indent="0" algn="l" rtl="0">
              <a:buNone/>
              <a:defRPr sz="1000"/>
            </a:lvl3pPr>
            <a:lvl4pPr marL="1371600" indent="0" algn="l" rtl="0">
              <a:buNone/>
              <a:defRPr sz="900"/>
            </a:lvl4pPr>
            <a:lvl5pPr marL="1828800" indent="0" algn="l" rtl="0">
              <a:buNone/>
              <a:defRPr sz="900"/>
            </a:lvl5pPr>
            <a:lvl6pPr marL="2286000" indent="0" algn="l" rtl="0">
              <a:buNone/>
              <a:defRPr sz="900"/>
            </a:lvl6pPr>
            <a:lvl7pPr marL="2743200" indent="0" algn="l" rtl="0">
              <a:buNone/>
              <a:defRPr sz="900"/>
            </a:lvl7pPr>
            <a:lvl8pPr marL="3200400" indent="0" algn="l" rtl="0">
              <a:buNone/>
              <a:defRPr sz="900"/>
            </a:lvl8pPr>
            <a:lvl9pPr marL="3657600" indent="0" algn="l" rtl="0">
              <a:buNone/>
              <a:defRPr sz="900"/>
            </a:lvl9pPr>
          </a:lstStyle>
          <a:p>
            <a:pPr lvl="0" rtl="0"/>
            <a:r>
              <a:rPr lang="ko-KR" altLang="en-US" dirty="0"/>
              <a:t>마스터 텍스트 스타일을 편집합니다</a:t>
            </a:r>
            <a:endParaRPr lang="ko-KR" altLang="en-US" noProof="0" dirty="0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malgun gothic" panose="020B0503020000020004" pitchFamily="50" charset="-127"/>
                <a:ea typeface="malgun gothic" panose="020B0503020000020004" pitchFamily="50" charset="-127"/>
              </a:defRPr>
            </a:lvl1pPr>
          </a:lstStyle>
          <a:p>
            <a:fld id="{F1CC9ECC-9233-4658-8663-B73DDF1FF0B0}" type="datetime1">
              <a:rPr lang="ko-KR" altLang="en-US" smtClean="0"/>
              <a:pPr/>
              <a:t>2025-12-16</a:t>
            </a:fld>
            <a:endParaRPr lang="ko-KR" altLang="en-US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malgun gothic" panose="020B0503020000020004" pitchFamily="50" charset="-127"/>
                <a:ea typeface="malgun gothic" panose="020B0503020000020004" pitchFamily="50" charset="-127"/>
              </a:defRPr>
            </a:lvl1pPr>
          </a:lstStyle>
          <a:p>
            <a:endParaRPr lang="ko-KR" altLang="en-US" noProof="0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latin typeface="malgun gothic" panose="020B0503020000020004" pitchFamily="50" charset="-127"/>
                <a:ea typeface="malgun gothic" panose="020B0503020000020004" pitchFamily="50" charset="-127"/>
              </a:defRPr>
            </a:lvl1pPr>
          </a:lstStyle>
          <a:p>
            <a:fld id="{2A013F82-EE5E-44EE-A61D-E31C6657F26F}" type="slidenum">
              <a:rPr lang="en-US" altLang="ko-KR" noProof="0" smtClean="0"/>
              <a:pPr/>
              <a:t>‹#›</a:t>
            </a:fld>
            <a:endParaRPr lang="ko-KR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25449815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4951414" y="685800"/>
            <a:ext cx="6400799" cy="5334000"/>
          </a:xfrm>
          <a:solidFill>
            <a:schemeClr val="bg2"/>
          </a:solidFill>
          <a:ln w="76200">
            <a:solidFill>
              <a:schemeClr val="tx1"/>
            </a:solidFill>
            <a:miter lim="800000"/>
          </a:ln>
        </p:spPr>
        <p:txBody>
          <a:bodyPr rtlCol="0">
            <a:normAutofit/>
          </a:bodyPr>
          <a:lstStyle>
            <a:lvl1pPr marL="0" indent="0" algn="ctr" rtl="0">
              <a:buNone/>
              <a:defRPr sz="2400">
                <a:latin typeface="malgun gothic" panose="020B0503020000020004" pitchFamily="50" charset="-127"/>
                <a:ea typeface="malgun gothic" panose="020B0503020000020004" pitchFamily="50" charset="-127"/>
              </a:defRPr>
            </a:lvl1pPr>
            <a:lvl2pPr marL="457200" indent="0" algn="l" rtl="0">
              <a:buNone/>
              <a:defRPr sz="2800"/>
            </a:lvl2pPr>
            <a:lvl3pPr marL="914400" indent="0" algn="l" rtl="0">
              <a:buNone/>
              <a:defRPr sz="2400"/>
            </a:lvl3pPr>
            <a:lvl4pPr marL="1371600" indent="0" algn="l" rtl="0">
              <a:buNone/>
              <a:defRPr sz="2000"/>
            </a:lvl4pPr>
            <a:lvl5pPr marL="1828800" indent="0" algn="l" rtl="0">
              <a:buNone/>
              <a:defRPr sz="2000"/>
            </a:lvl5pPr>
            <a:lvl6pPr marL="2286000" indent="0" algn="l" rtl="0">
              <a:buNone/>
              <a:defRPr sz="2000"/>
            </a:lvl6pPr>
            <a:lvl7pPr marL="2743200" indent="0" algn="l" rtl="0">
              <a:buNone/>
              <a:defRPr sz="2000"/>
            </a:lvl7pPr>
            <a:lvl8pPr marL="3200400" indent="0" algn="l" rtl="0">
              <a:buNone/>
              <a:defRPr sz="2000"/>
            </a:lvl8pPr>
            <a:lvl9pPr marL="3657600" indent="0" algn="l" rtl="0">
              <a:buNone/>
              <a:defRPr sz="2000"/>
            </a:lvl9pPr>
          </a:lstStyle>
          <a:p>
            <a:pPr rtl="0"/>
            <a:r>
              <a:rPr lang="ko-KR" altLang="en-US" noProof="0"/>
              <a:t>그림을 추가하려면 아이콘을 클릭하십시오</a:t>
            </a:r>
            <a:endParaRPr lang="ko-KR" altLang="en-US" noProof="0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055604" y="1905000"/>
            <a:ext cx="3596607" cy="2667000"/>
          </a:xfrm>
        </p:spPr>
        <p:txBody>
          <a:bodyPr rtlCol="0" anchor="b">
            <a:normAutofit/>
          </a:bodyPr>
          <a:lstStyle>
            <a:lvl1pPr algn="l" rtl="0">
              <a:lnSpc>
                <a:spcPct val="90000"/>
              </a:lnSpc>
              <a:defRPr sz="3600" b="0" i="0" baseline="0">
                <a:solidFill>
                  <a:schemeClr val="tx1"/>
                </a:solidFill>
                <a:latin typeface="malgun gothic" panose="020B0503020000020004" pitchFamily="50" charset="-127"/>
                <a:ea typeface="malgun gothic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 hasCustomPrompt="1"/>
          </p:nvPr>
        </p:nvSpPr>
        <p:spPr>
          <a:xfrm>
            <a:off x="1065213" y="4648200"/>
            <a:ext cx="3581399" cy="1371600"/>
          </a:xfrm>
        </p:spPr>
        <p:txBody>
          <a:bodyPr rtlCol="0">
            <a:normAutofit/>
          </a:bodyPr>
          <a:lstStyle>
            <a:lvl1pPr marL="0" indent="0" algn="l" rtl="0">
              <a:lnSpc>
                <a:spcPct val="90000"/>
              </a:lnSpc>
              <a:spcBef>
                <a:spcPts val="1200"/>
              </a:spcBef>
              <a:buNone/>
              <a:defRPr sz="1800">
                <a:latin typeface="malgun gothic" panose="020B0503020000020004" pitchFamily="50" charset="-127"/>
                <a:ea typeface="malgun gothic" panose="020B0503020000020004" pitchFamily="50" charset="-127"/>
              </a:defRPr>
            </a:lvl1pPr>
            <a:lvl2pPr marL="457200" indent="0" algn="l" rtl="0">
              <a:buNone/>
              <a:defRPr sz="1200"/>
            </a:lvl2pPr>
            <a:lvl3pPr marL="914400" indent="0" algn="l" rtl="0">
              <a:buNone/>
              <a:defRPr sz="1000"/>
            </a:lvl3pPr>
            <a:lvl4pPr marL="1371600" indent="0" algn="l" rtl="0">
              <a:buNone/>
              <a:defRPr sz="900"/>
            </a:lvl4pPr>
            <a:lvl5pPr marL="1828800" indent="0" algn="l" rtl="0">
              <a:buNone/>
              <a:defRPr sz="900"/>
            </a:lvl5pPr>
            <a:lvl6pPr marL="2286000" indent="0" algn="l" rtl="0">
              <a:buNone/>
              <a:defRPr sz="900"/>
            </a:lvl6pPr>
            <a:lvl7pPr marL="2743200" indent="0" algn="l" rtl="0">
              <a:buNone/>
              <a:defRPr sz="900"/>
            </a:lvl7pPr>
            <a:lvl8pPr marL="3200400" indent="0" algn="l" rtl="0">
              <a:buNone/>
              <a:defRPr sz="900"/>
            </a:lvl8pPr>
            <a:lvl9pPr marL="3657600" indent="0" algn="l" rtl="0">
              <a:buNone/>
              <a:defRPr sz="900"/>
            </a:lvl9pPr>
          </a:lstStyle>
          <a:p>
            <a:pPr lvl="0" rtl="0"/>
            <a:r>
              <a:rPr lang="ko-KR" altLang="en-US" dirty="0"/>
              <a:t>마스터 텍스트 스타일을 편집합니다</a:t>
            </a:r>
            <a:endParaRPr lang="ko-KR" altLang="en-US" noProof="0" dirty="0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malgun gothic" panose="020B0503020000020004" pitchFamily="50" charset="-127"/>
                <a:ea typeface="malgun gothic" panose="020B0503020000020004" pitchFamily="50" charset="-127"/>
              </a:defRPr>
            </a:lvl1pPr>
          </a:lstStyle>
          <a:p>
            <a:fld id="{0B049273-EAB0-4DCF-941E-39581054E418}" type="datetime1">
              <a:rPr lang="ko-KR" altLang="en-US" smtClean="0"/>
              <a:pPr/>
              <a:t>2025-12-16</a:t>
            </a:fld>
            <a:endParaRPr lang="ko-KR" altLang="en-US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malgun gothic" panose="020B0503020000020004" pitchFamily="50" charset="-127"/>
                <a:ea typeface="malgun gothic" panose="020B0503020000020004" pitchFamily="50" charset="-127"/>
              </a:defRPr>
            </a:lvl1pPr>
          </a:lstStyle>
          <a:p>
            <a:endParaRPr lang="ko-KR" altLang="en-US" noProof="0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latin typeface="malgun gothic" panose="020B0503020000020004" pitchFamily="50" charset="-127"/>
                <a:ea typeface="malgun gothic" panose="020B0503020000020004" pitchFamily="50" charset="-127"/>
              </a:defRPr>
            </a:lvl1pPr>
          </a:lstStyle>
          <a:p>
            <a:fld id="{2A013F82-EE5E-44EE-A61D-E31C6657F26F}" type="slidenum">
              <a:rPr lang="en-US" altLang="ko-KR" noProof="0" smtClean="0"/>
              <a:pPr/>
              <a:t>‹#›</a:t>
            </a:fld>
            <a:endParaRPr lang="ko-KR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22491721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malgun gothic" panose="020B0503020000020004" pitchFamily="50" charset="-127"/>
                <a:ea typeface="malgun gothic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 rtlCol="0"/>
          <a:lstStyle>
            <a:lvl1pPr rtl="0">
              <a:defRPr>
                <a:latin typeface="malgun gothic" panose="020B0503020000020004" pitchFamily="50" charset="-127"/>
                <a:ea typeface="malgun gothic" panose="020B0503020000020004" pitchFamily="50" charset="-127"/>
              </a:defRPr>
            </a:lvl1pPr>
            <a:lvl2pPr>
              <a:defRPr>
                <a:latin typeface="malgun gothic" panose="020B0503020000020004" pitchFamily="50" charset="-127"/>
                <a:ea typeface="malgun gothic" panose="020B0503020000020004" pitchFamily="50" charset="-127"/>
              </a:defRPr>
            </a:lvl2pPr>
            <a:lvl3pPr>
              <a:defRPr>
                <a:latin typeface="malgun gothic" panose="020B0503020000020004" pitchFamily="50" charset="-127"/>
                <a:ea typeface="malgun gothic" panose="020B0503020000020004" pitchFamily="50" charset="-127"/>
              </a:defRPr>
            </a:lvl3pPr>
            <a:lvl4pPr>
              <a:defRPr>
                <a:latin typeface="malgun gothic" panose="020B0503020000020004" pitchFamily="50" charset="-127"/>
                <a:ea typeface="malgun gothic" panose="020B0503020000020004" pitchFamily="50" charset="-127"/>
              </a:defRPr>
            </a:lvl4pPr>
            <a:lvl5pPr>
              <a:defRPr>
                <a:latin typeface="malgun gothic" panose="020B0503020000020004" pitchFamily="50" charset="-127"/>
                <a:ea typeface="malgun gothic" panose="020B0503020000020004" pitchFamily="50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편집합니다</a:t>
            </a:r>
            <a:endParaRPr lang="ko-KR" altLang="en-US" noProof="0" dirty="0"/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malgun gothic" panose="020B0503020000020004" pitchFamily="50" charset="-127"/>
                <a:ea typeface="malgun gothic" panose="020B0503020000020004" pitchFamily="50" charset="-127"/>
              </a:defRPr>
            </a:lvl1pPr>
          </a:lstStyle>
          <a:p>
            <a:fld id="{B9023433-3EEF-4622-9C85-6CD0BC23D80D}" type="datetime1">
              <a:rPr lang="ko-KR" altLang="en-US" smtClean="0"/>
              <a:pPr/>
              <a:t>2025-12-16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malgun gothic" panose="020B0503020000020004" pitchFamily="50" charset="-127"/>
                <a:ea typeface="malgun gothic" panose="020B0503020000020004" pitchFamily="50" charset="-127"/>
              </a:defRPr>
            </a:lvl1pPr>
          </a:lstStyle>
          <a:p>
            <a:endParaRPr lang="ko-KR" altLang="en-US" noProof="0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latin typeface="malgun gothic" panose="020B0503020000020004" pitchFamily="50" charset="-127"/>
                <a:ea typeface="malgun gothic" panose="020B0503020000020004" pitchFamily="50" charset="-127"/>
              </a:defRPr>
            </a:lvl1pPr>
          </a:lstStyle>
          <a:p>
            <a:fld id="{2A013F82-EE5E-44EE-A61D-E31C6657F26F}" type="slidenum">
              <a:rPr lang="en-US" altLang="ko-KR" noProof="0" smtClean="0"/>
              <a:pPr/>
              <a:t>‹#›</a:t>
            </a:fld>
            <a:endParaRPr lang="ko-KR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4600953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9142412" y="381001"/>
            <a:ext cx="1524001" cy="5638800"/>
          </a:xfrm>
        </p:spPr>
        <p:txBody>
          <a:bodyPr vert="eaVert" rtlCol="0"/>
          <a:lstStyle>
            <a:lvl1pPr>
              <a:defRPr>
                <a:latin typeface="malgun gothic" panose="020B0503020000020004" pitchFamily="50" charset="-127"/>
                <a:ea typeface="malgun gothic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 hasCustomPrompt="1"/>
          </p:nvPr>
        </p:nvSpPr>
        <p:spPr>
          <a:xfrm>
            <a:off x="1522412" y="381001"/>
            <a:ext cx="7391399" cy="5638800"/>
          </a:xfrm>
        </p:spPr>
        <p:txBody>
          <a:bodyPr vert="eaVert" rtlCol="0"/>
          <a:lstStyle>
            <a:lvl1pPr rtl="0">
              <a:defRPr>
                <a:latin typeface="malgun gothic" panose="020B0503020000020004" pitchFamily="50" charset="-127"/>
                <a:ea typeface="malgun gothic" panose="020B0503020000020004" pitchFamily="50" charset="-127"/>
              </a:defRPr>
            </a:lvl1pPr>
            <a:lvl2pPr>
              <a:defRPr>
                <a:latin typeface="malgun gothic" panose="020B0503020000020004" pitchFamily="50" charset="-127"/>
                <a:ea typeface="malgun gothic" panose="020B0503020000020004" pitchFamily="50" charset="-127"/>
              </a:defRPr>
            </a:lvl2pPr>
            <a:lvl3pPr>
              <a:defRPr>
                <a:latin typeface="malgun gothic" panose="020B0503020000020004" pitchFamily="50" charset="-127"/>
                <a:ea typeface="malgun gothic" panose="020B0503020000020004" pitchFamily="50" charset="-127"/>
              </a:defRPr>
            </a:lvl3pPr>
            <a:lvl4pPr>
              <a:defRPr>
                <a:latin typeface="malgun gothic" panose="020B0503020000020004" pitchFamily="50" charset="-127"/>
                <a:ea typeface="malgun gothic" panose="020B0503020000020004" pitchFamily="50" charset="-127"/>
              </a:defRPr>
            </a:lvl4pPr>
            <a:lvl5pPr>
              <a:defRPr>
                <a:latin typeface="malgun gothic" panose="020B0503020000020004" pitchFamily="50" charset="-127"/>
                <a:ea typeface="malgun gothic" panose="020B0503020000020004" pitchFamily="50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편집합니다</a:t>
            </a:r>
            <a:endParaRPr lang="ko-KR" altLang="en-US" noProof="0" dirty="0"/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malgun gothic" panose="020B0503020000020004" pitchFamily="50" charset="-127"/>
                <a:ea typeface="malgun gothic" panose="020B0503020000020004" pitchFamily="50" charset="-127"/>
              </a:defRPr>
            </a:lvl1pPr>
          </a:lstStyle>
          <a:p>
            <a:fld id="{9C12699E-3412-44B7-9171-C461BDF7A91B}" type="datetime1">
              <a:rPr lang="ko-KR" altLang="en-US" smtClean="0"/>
              <a:pPr/>
              <a:t>2025-12-16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malgun gothic" panose="020B0503020000020004" pitchFamily="50" charset="-127"/>
                <a:ea typeface="malgun gothic" panose="020B0503020000020004" pitchFamily="50" charset="-127"/>
              </a:defRPr>
            </a:lvl1pPr>
          </a:lstStyle>
          <a:p>
            <a:endParaRPr lang="ko-KR" altLang="en-US" noProof="0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latin typeface="malgun gothic" panose="020B0503020000020004" pitchFamily="50" charset="-127"/>
                <a:ea typeface="malgun gothic" panose="020B0503020000020004" pitchFamily="50" charset="-127"/>
              </a:defRPr>
            </a:lvl1pPr>
          </a:lstStyle>
          <a:p>
            <a:fld id="{2A013F82-EE5E-44EE-A61D-E31C6657F26F}" type="slidenum">
              <a:rPr lang="en-US" altLang="ko-KR" noProof="0" smtClean="0"/>
              <a:pPr/>
              <a:t>‹#›</a:t>
            </a:fld>
            <a:endParaRPr lang="ko-KR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40790354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1522413" y="381000"/>
            <a:ext cx="9144001" cy="13716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rtl="0"/>
            <a:r>
              <a:rPr lang="ko-KR" altLang="en-US" noProof="0" dirty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522413" y="1904999"/>
            <a:ext cx="9134391" cy="41148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dirty="0"/>
              <a:t>마스터 텍스트 스타일을 편집합니다</a:t>
            </a:r>
            <a:endParaRPr lang="ko-KR" altLang="en-US" noProof="0" dirty="0"/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226422" y="6400800"/>
            <a:ext cx="1449389" cy="2762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rtl="0">
              <a:defRPr sz="1000">
                <a:solidFill>
                  <a:schemeClr val="tx1">
                    <a:tint val="75000"/>
                  </a:schemeClr>
                </a:solidFill>
                <a:latin typeface="malgun gothic" panose="020B0503020000020004" pitchFamily="50" charset="-127"/>
                <a:ea typeface="malgun gothic" panose="020B0503020000020004" pitchFamily="50" charset="-127"/>
              </a:defRPr>
            </a:lvl1pPr>
          </a:lstStyle>
          <a:p>
            <a:fld id="{AC6E7A6B-0AD1-4F59-AD67-4661D6F24343}" type="datetime1">
              <a:rPr lang="ko-KR" altLang="en-US" smtClean="0"/>
              <a:pPr/>
              <a:t>2025-12-16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1522413" y="6400800"/>
            <a:ext cx="6553199" cy="2762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rtl="0">
              <a:defRPr sz="1000">
                <a:solidFill>
                  <a:schemeClr val="tx1">
                    <a:tint val="75000"/>
                  </a:schemeClr>
                </a:solidFill>
                <a:latin typeface="malgun gothic" panose="020B0503020000020004" pitchFamily="50" charset="-127"/>
                <a:ea typeface="malgun gothic" panose="020B0503020000020004" pitchFamily="50" charset="-127"/>
              </a:defRPr>
            </a:lvl1pPr>
          </a:lstStyle>
          <a:p>
            <a:endParaRPr lang="ko-KR" altLang="en-US" noProof="0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828211" y="6400800"/>
            <a:ext cx="838201" cy="2762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rtl="0">
              <a:defRPr sz="1000">
                <a:solidFill>
                  <a:schemeClr val="tx1">
                    <a:tint val="75000"/>
                  </a:schemeClr>
                </a:solidFill>
                <a:latin typeface="malgun gothic" panose="020B0503020000020004" pitchFamily="50" charset="-127"/>
                <a:ea typeface="malgun gothic" panose="020B0503020000020004" pitchFamily="50" charset="-127"/>
              </a:defRPr>
            </a:lvl1pPr>
          </a:lstStyle>
          <a:p>
            <a:fld id="{2A013F82-EE5E-44EE-A61D-E31C6657F26F}" type="slidenum">
              <a:rPr lang="en-US" altLang="ko-KR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0305999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3600" kern="1200" spc="100" baseline="0">
          <a:solidFill>
            <a:schemeClr val="tx1"/>
          </a:solidFill>
          <a:latin typeface="malgun gothic" panose="020B0503020000020004" pitchFamily="50" charset="-127"/>
          <a:ea typeface="malgun gothic" panose="020B0503020000020004" pitchFamily="50" charset="-127"/>
          <a:cs typeface="+mj-cs"/>
        </a:defRPr>
      </a:lvl1pPr>
    </p:titleStyle>
    <p:bodyStyle>
      <a:lvl1pPr marL="223838" indent="-223838" algn="l" defTabSz="914400" rtl="0" eaLnBrk="1" latinLnBrk="1" hangingPunct="1">
        <a:lnSpc>
          <a:spcPct val="90000"/>
        </a:lnSpc>
        <a:spcBef>
          <a:spcPts val="1800"/>
        </a:spcBef>
        <a:buClr>
          <a:schemeClr val="accent1"/>
        </a:buClr>
        <a:buSzPct val="100000"/>
        <a:buFont typeface="Arial" pitchFamily="34" charset="0"/>
        <a:buChar char="•"/>
        <a:defRPr sz="2400" kern="1200">
          <a:solidFill>
            <a:schemeClr val="tx1"/>
          </a:solidFill>
          <a:latin typeface="malgun gothic" panose="020B0503020000020004" pitchFamily="50" charset="-127"/>
          <a:ea typeface="malgun gothic" panose="020B0503020000020004" pitchFamily="50" charset="-127"/>
          <a:cs typeface="+mn-cs"/>
        </a:defRPr>
      </a:lvl1pPr>
      <a:lvl2pPr marL="463550" indent="-231775" algn="l" defTabSz="914400" rtl="0" eaLnBrk="1" latinLnBrk="1" hangingPunct="1">
        <a:lnSpc>
          <a:spcPct val="90000"/>
        </a:lnSpc>
        <a:spcBef>
          <a:spcPts val="1200"/>
        </a:spcBef>
        <a:buClr>
          <a:schemeClr val="accent1"/>
        </a:buClr>
        <a:buSzPct val="100000"/>
        <a:buFont typeface="Arial" pitchFamily="34" charset="0"/>
        <a:buChar char="•"/>
        <a:defRPr sz="2000" kern="1200">
          <a:solidFill>
            <a:schemeClr val="tx1"/>
          </a:solidFill>
          <a:latin typeface="malgun gothic" panose="020B0503020000020004" pitchFamily="50" charset="-127"/>
          <a:ea typeface="malgun gothic" panose="020B0503020000020004" pitchFamily="50" charset="-127"/>
          <a:cs typeface="+mn-cs"/>
        </a:defRPr>
      </a:lvl2pPr>
      <a:lvl3pPr marL="682625" indent="-219075" algn="l" defTabSz="914400" rtl="0" eaLnBrk="1" latinLnBrk="1" hangingPunct="1">
        <a:lnSpc>
          <a:spcPct val="90000"/>
        </a:lnSpc>
        <a:spcBef>
          <a:spcPts val="600"/>
        </a:spcBef>
        <a:buClr>
          <a:schemeClr val="accent1"/>
        </a:buClr>
        <a:buSzPct val="100000"/>
        <a:buFont typeface="Arial" pitchFamily="34" charset="0"/>
        <a:buChar char="•"/>
        <a:defRPr sz="1800" kern="1200">
          <a:solidFill>
            <a:schemeClr val="tx1"/>
          </a:solidFill>
          <a:latin typeface="malgun gothic" panose="020B0503020000020004" pitchFamily="50" charset="-127"/>
          <a:ea typeface="malgun gothic" panose="020B0503020000020004" pitchFamily="50" charset="-127"/>
          <a:cs typeface="+mn-cs"/>
        </a:defRPr>
      </a:lvl3pPr>
      <a:lvl4pPr marL="857250" indent="-174625" algn="l" defTabSz="914400" rtl="0" eaLnBrk="1" latinLnBrk="1" hangingPunct="1">
        <a:lnSpc>
          <a:spcPct val="90000"/>
        </a:lnSpc>
        <a:spcBef>
          <a:spcPts val="600"/>
        </a:spcBef>
        <a:buClr>
          <a:schemeClr val="accent1"/>
        </a:buClr>
        <a:buSzPct val="100000"/>
        <a:buFont typeface="Arial" pitchFamily="34" charset="0"/>
        <a:buChar char="•"/>
        <a:defRPr sz="1600" kern="1200">
          <a:solidFill>
            <a:schemeClr val="tx1"/>
          </a:solidFill>
          <a:latin typeface="malgun gothic" panose="020B0503020000020004" pitchFamily="50" charset="-127"/>
          <a:ea typeface="malgun gothic" panose="020B0503020000020004" pitchFamily="50" charset="-127"/>
          <a:cs typeface="+mn-cs"/>
        </a:defRPr>
      </a:lvl4pPr>
      <a:lvl5pPr marL="1030288" indent="-173038" algn="l" defTabSz="914400" rtl="0" eaLnBrk="1" latinLnBrk="1" hangingPunct="1">
        <a:lnSpc>
          <a:spcPct val="90000"/>
        </a:lnSpc>
        <a:spcBef>
          <a:spcPts val="600"/>
        </a:spcBef>
        <a:buClr>
          <a:schemeClr val="accent1"/>
        </a:buClr>
        <a:buSzPct val="100000"/>
        <a:buFont typeface="Arial" pitchFamily="34" charset="0"/>
        <a:buChar char="•"/>
        <a:defRPr sz="1600" kern="1200">
          <a:solidFill>
            <a:schemeClr val="tx1"/>
          </a:solidFill>
          <a:latin typeface="malgun gothic" panose="020B0503020000020004" pitchFamily="50" charset="-127"/>
          <a:ea typeface="malgun gothic" panose="020B0503020000020004" pitchFamily="50" charset="-127"/>
          <a:cs typeface="+mn-cs"/>
        </a:defRPr>
      </a:lvl5pPr>
      <a:lvl6pPr marL="1207008" indent="-173736" algn="l" defTabSz="914400" rtl="0" eaLnBrk="1" latinLnBrk="1" hangingPunct="1">
        <a:spcBef>
          <a:spcPts val="600"/>
        </a:spcBef>
        <a:buClr>
          <a:schemeClr val="accent1"/>
        </a:buClr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380744" indent="-173736" algn="l" defTabSz="914400" rtl="0" eaLnBrk="1" latinLnBrk="1" hangingPunct="1">
        <a:spcBef>
          <a:spcPts val="600"/>
        </a:spcBef>
        <a:buClr>
          <a:schemeClr val="accent1"/>
        </a:buClr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554480" indent="-173736" algn="l" defTabSz="914400" rtl="0" eaLnBrk="1" latinLnBrk="1" hangingPunct="1">
        <a:spcBef>
          <a:spcPts val="600"/>
        </a:spcBef>
        <a:buClr>
          <a:schemeClr val="accent1"/>
        </a:buClr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1728216" indent="-173736" algn="l" defTabSz="914400" rtl="0" eaLnBrk="1" latinLnBrk="1" hangingPunct="1">
        <a:spcBef>
          <a:spcPts val="600"/>
        </a:spcBef>
        <a:buClr>
          <a:schemeClr val="accent1"/>
        </a:buClr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39" userDrawn="1">
          <p15:clr>
            <a:srgbClr val="F26B43"/>
          </p15:clr>
        </p15:guide>
        <p15:guide id="2" orient="horz" pos="216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ctrTitle"/>
          </p:nvPr>
        </p:nvSpPr>
        <p:spPr>
          <a:xfrm>
            <a:off x="1197868" y="1700808"/>
            <a:ext cx="8229600" cy="2895600"/>
          </a:xfrm>
        </p:spPr>
        <p:txBody>
          <a:bodyPr rtlCol="0"/>
          <a:lstStyle/>
          <a:p>
            <a:pPr rtl="0"/>
            <a:r>
              <a:rPr lang="en-US" altLang="ko-KR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The Deep</a:t>
            </a:r>
            <a:endParaRPr lang="ko-KR" altLang="en-US" dirty="0"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  <p:sp>
        <p:nvSpPr>
          <p:cNvPr id="4" name="부제 3"/>
          <p:cNvSpPr>
            <a:spLocks noGrp="1"/>
          </p:cNvSpPr>
          <p:nvPr>
            <p:ph type="subTitle" idx="1"/>
          </p:nvPr>
        </p:nvSpPr>
        <p:spPr>
          <a:xfrm>
            <a:off x="1269876" y="4724400"/>
            <a:ext cx="8229600" cy="1219200"/>
          </a:xfrm>
        </p:spPr>
        <p:txBody>
          <a:bodyPr rtlCol="0"/>
          <a:lstStyle/>
          <a:p>
            <a:pPr rtl="0"/>
            <a:r>
              <a:rPr lang="en-US" altLang="ko-KR" dirty="0"/>
              <a:t>Game</a:t>
            </a:r>
            <a:r>
              <a:rPr lang="ko-KR" altLang="en-US" dirty="0"/>
              <a:t> </a:t>
            </a:r>
            <a:r>
              <a:rPr lang="en-US" altLang="ko-KR" dirty="0"/>
              <a:t>Design</a:t>
            </a:r>
            <a:r>
              <a:rPr lang="ko-KR" altLang="en-US" dirty="0"/>
              <a:t> </a:t>
            </a:r>
            <a:r>
              <a:rPr lang="en-US" altLang="ko-KR" dirty="0"/>
              <a:t>proposal</a:t>
            </a:r>
            <a:endParaRPr lang="ko-KR" altLang="en-US" dirty="0"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089201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제목 12"/>
          <p:cNvSpPr>
            <a:spLocks noGrp="1"/>
          </p:cNvSpPr>
          <p:nvPr>
            <p:ph type="title"/>
          </p:nvPr>
        </p:nvSpPr>
        <p:spPr>
          <a:xfrm>
            <a:off x="1522413" y="381000"/>
            <a:ext cx="9144001" cy="599728"/>
          </a:xfrm>
        </p:spPr>
        <p:txBody>
          <a:bodyPr rtlCol="0"/>
          <a:lstStyle/>
          <a:p>
            <a:pPr algn="ctr" rtl="0"/>
            <a:r>
              <a:rPr lang="en-US" altLang="ko-KR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Contents</a:t>
            </a:r>
            <a:endParaRPr lang="ko-KR" altLang="en-US" dirty="0"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  <p:sp>
        <p:nvSpPr>
          <p:cNvPr id="14" name="내용 개체 틀 13"/>
          <p:cNvSpPr>
            <a:spLocks noGrp="1"/>
          </p:cNvSpPr>
          <p:nvPr>
            <p:ph idx="1"/>
          </p:nvPr>
        </p:nvSpPr>
        <p:spPr>
          <a:xfrm>
            <a:off x="6886500" y="1772816"/>
            <a:ext cx="4274360" cy="3888432"/>
          </a:xfrm>
        </p:spPr>
        <p:txBody>
          <a:bodyPr rtlCol="0">
            <a:normAutofit/>
          </a:bodyPr>
          <a:lstStyle/>
          <a:p>
            <a:pPr rtl="0"/>
            <a:r>
              <a:rPr lang="ko-KR" altLang="en-US" dirty="0"/>
              <a:t>게임 개요</a:t>
            </a:r>
            <a:endParaRPr lang="en-US" altLang="ko-KR" dirty="0"/>
          </a:p>
          <a:p>
            <a:pPr rtl="0"/>
            <a:r>
              <a:rPr lang="ko-KR" altLang="en-US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게임 콘셉트 및 핵심 특징</a:t>
            </a:r>
            <a:endParaRPr lang="en-US" altLang="ko-KR" dirty="0">
              <a:latin typeface="malgun gothic" panose="020B0503020000020004" pitchFamily="50" charset="-127"/>
              <a:ea typeface="malgun gothic" panose="020B0503020000020004" pitchFamily="50" charset="-127"/>
            </a:endParaRPr>
          </a:p>
          <a:p>
            <a:pPr rtl="0"/>
            <a:r>
              <a:rPr lang="en-US" altLang="ko-KR" dirty="0"/>
              <a:t>Reference</a:t>
            </a:r>
          </a:p>
          <a:p>
            <a:pPr rtl="0"/>
            <a:r>
              <a:rPr lang="ko-KR" altLang="en-US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게임 스토리</a:t>
            </a:r>
            <a:endParaRPr lang="en-US" altLang="ko-KR" dirty="0">
              <a:latin typeface="malgun gothic" panose="020B0503020000020004" pitchFamily="50" charset="-127"/>
              <a:ea typeface="malgun gothic" panose="020B0503020000020004" pitchFamily="50" charset="-127"/>
            </a:endParaRPr>
          </a:p>
          <a:p>
            <a:pPr rtl="0"/>
            <a:r>
              <a:rPr lang="ko-KR" altLang="en-US" dirty="0"/>
              <a:t>게임 시스템</a:t>
            </a:r>
            <a:endParaRPr lang="en-US" altLang="ko-KR" dirty="0"/>
          </a:p>
          <a:p>
            <a:pPr rtl="0"/>
            <a:r>
              <a:rPr lang="ko-KR" altLang="en-US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그래픽 및 </a:t>
            </a:r>
            <a:r>
              <a:rPr lang="en-US" altLang="ko-KR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UI</a:t>
            </a:r>
            <a:r>
              <a:rPr lang="ko-KR" altLang="en-US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디자인</a:t>
            </a:r>
            <a:endParaRPr lang="en-US" altLang="ko-KR" dirty="0">
              <a:latin typeface="malgun gothic" panose="020B0503020000020004" pitchFamily="50" charset="-127"/>
              <a:ea typeface="malgun gothic" panose="020B0503020000020004" pitchFamily="50" charset="-127"/>
            </a:endParaRPr>
          </a:p>
          <a:p>
            <a:pPr rtl="0"/>
            <a:r>
              <a:rPr lang="ko-KR" altLang="en-US" dirty="0"/>
              <a:t>개발 과정</a:t>
            </a:r>
            <a:endParaRPr lang="ko-KR" altLang="en-US" dirty="0"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391325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485900" y="2672916"/>
            <a:ext cx="3384376" cy="504056"/>
          </a:xfrm>
        </p:spPr>
        <p:txBody>
          <a:bodyPr rtlCol="0">
            <a:normAutofit fontScale="92500"/>
          </a:bodyPr>
          <a:lstStyle/>
          <a:p>
            <a:pPr rtl="0"/>
            <a:r>
              <a:rPr lang="ko-KR" altLang="en-US" dirty="0"/>
              <a:t>게임 장르 </a:t>
            </a:r>
            <a:r>
              <a:rPr lang="en-US" altLang="ko-KR" dirty="0"/>
              <a:t>: </a:t>
            </a:r>
            <a:r>
              <a:rPr lang="ko-KR" altLang="en-US" dirty="0"/>
              <a:t>해양 공포 </a:t>
            </a:r>
            <a:r>
              <a:rPr lang="en-US" altLang="ko-KR" dirty="0"/>
              <a:t>VR</a:t>
            </a:r>
            <a:endParaRPr lang="ko-KR" altLang="en-US" dirty="0"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  <p:sp>
        <p:nvSpPr>
          <p:cNvPr id="4" name="텍스트 개체 틀 2">
            <a:extLst>
              <a:ext uri="{FF2B5EF4-FFF2-40B4-BE49-F238E27FC236}">
                <a16:creationId xmlns:a16="http://schemas.microsoft.com/office/drawing/2014/main" id="{F2CAF54F-11B7-4DB4-A72A-7F3D7BB79897}"/>
              </a:ext>
            </a:extLst>
          </p:cNvPr>
          <p:cNvSpPr txBox="1">
            <a:spLocks/>
          </p:cNvSpPr>
          <p:nvPr/>
        </p:nvSpPr>
        <p:spPr>
          <a:xfrm>
            <a:off x="1487568" y="2168860"/>
            <a:ext cx="3384376" cy="50405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0"/>
              </a:spcBef>
              <a:buClr>
                <a:schemeClr val="accent1"/>
              </a:buClr>
              <a:buSzPct val="100000"/>
              <a:buFont typeface="Arial" pitchFamily="34" charset="0"/>
              <a:buNone/>
              <a:defRPr sz="2000" kern="1200" cap="all" spc="200" baseline="0">
                <a:solidFill>
                  <a:schemeClr val="accent1"/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1pPr>
            <a:lvl2pPr marL="457200" indent="0" algn="l" defTabSz="914400" rtl="0" eaLnBrk="1" latinLnBrk="1" hangingPunct="1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SzPct val="100000"/>
              <a:buFont typeface="Arial" pitchFamily="34" charset="0"/>
              <a:buNone/>
              <a:defRPr sz="1800" kern="1200">
                <a:solidFill>
                  <a:schemeClr val="tx1">
                    <a:tint val="75000"/>
                  </a:schemeClr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2pPr>
            <a:lvl3pPr marL="914400" indent="0" algn="l" defTabSz="914400" rtl="0" eaLnBrk="1" latinLnBrk="1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3pPr>
            <a:lvl4pPr marL="1371600" indent="0" algn="l" defTabSz="914400" rtl="0" eaLnBrk="1" latinLnBrk="1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4pPr>
            <a:lvl5pPr marL="1828800" indent="0" algn="l" defTabSz="914400" rtl="0" eaLnBrk="1" latinLnBrk="1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5pPr>
            <a:lvl6pPr marL="2286000" indent="0" algn="l" defTabSz="914400" rtl="0" eaLnBrk="1" latinLnBrk="1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1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1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1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게임 이름 </a:t>
            </a:r>
            <a:r>
              <a:rPr lang="en-US" altLang="ko-KR"/>
              <a:t>: The deep</a:t>
            </a:r>
            <a:endParaRPr lang="ko-KR" altLang="en-US" dirty="0"/>
          </a:p>
        </p:txBody>
      </p:sp>
      <p:sp>
        <p:nvSpPr>
          <p:cNvPr id="5" name="텍스트 개체 틀 2">
            <a:extLst>
              <a:ext uri="{FF2B5EF4-FFF2-40B4-BE49-F238E27FC236}">
                <a16:creationId xmlns:a16="http://schemas.microsoft.com/office/drawing/2014/main" id="{1B3808F3-BDBF-4E0E-9AB9-21FD1239FCEF}"/>
              </a:ext>
            </a:extLst>
          </p:cNvPr>
          <p:cNvSpPr txBox="1">
            <a:spLocks/>
          </p:cNvSpPr>
          <p:nvPr/>
        </p:nvSpPr>
        <p:spPr>
          <a:xfrm>
            <a:off x="1485900" y="3176972"/>
            <a:ext cx="3384376" cy="50405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0"/>
              </a:spcBef>
              <a:buClr>
                <a:schemeClr val="accent1"/>
              </a:buClr>
              <a:buSzPct val="100000"/>
              <a:buFont typeface="Arial" pitchFamily="34" charset="0"/>
              <a:buNone/>
              <a:defRPr sz="2000" kern="1200" cap="all" spc="200" baseline="0">
                <a:solidFill>
                  <a:schemeClr val="accent1"/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1pPr>
            <a:lvl2pPr marL="457200" indent="0" algn="l" defTabSz="914400" rtl="0" eaLnBrk="1" latinLnBrk="1" hangingPunct="1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SzPct val="100000"/>
              <a:buFont typeface="Arial" pitchFamily="34" charset="0"/>
              <a:buNone/>
              <a:defRPr sz="1800" kern="1200">
                <a:solidFill>
                  <a:schemeClr val="tx1">
                    <a:tint val="75000"/>
                  </a:schemeClr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2pPr>
            <a:lvl3pPr marL="914400" indent="0" algn="l" defTabSz="914400" rtl="0" eaLnBrk="1" latinLnBrk="1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3pPr>
            <a:lvl4pPr marL="1371600" indent="0" algn="l" defTabSz="914400" rtl="0" eaLnBrk="1" latinLnBrk="1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4pPr>
            <a:lvl5pPr marL="1828800" indent="0" algn="l" defTabSz="914400" rtl="0" eaLnBrk="1" latinLnBrk="1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5pPr>
            <a:lvl6pPr marL="2286000" indent="0" algn="l" defTabSz="914400" rtl="0" eaLnBrk="1" latinLnBrk="1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1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1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1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/>
              <a:t>플랫폼 </a:t>
            </a:r>
            <a:r>
              <a:rPr lang="en-US" altLang="ko-KR" dirty="0"/>
              <a:t>: Meta</a:t>
            </a:r>
            <a:endParaRPr lang="ko-KR" altLang="en-US" dirty="0"/>
          </a:p>
        </p:txBody>
      </p:sp>
      <p:sp>
        <p:nvSpPr>
          <p:cNvPr id="6" name="텍스트 개체 틀 2">
            <a:extLst>
              <a:ext uri="{FF2B5EF4-FFF2-40B4-BE49-F238E27FC236}">
                <a16:creationId xmlns:a16="http://schemas.microsoft.com/office/drawing/2014/main" id="{AC2ACC96-E320-4087-A009-D42A2A023AA0}"/>
              </a:ext>
            </a:extLst>
          </p:cNvPr>
          <p:cNvSpPr txBox="1">
            <a:spLocks/>
          </p:cNvSpPr>
          <p:nvPr/>
        </p:nvSpPr>
        <p:spPr>
          <a:xfrm>
            <a:off x="1485900" y="3681028"/>
            <a:ext cx="3384376" cy="50405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0"/>
              </a:spcBef>
              <a:buClr>
                <a:schemeClr val="accent1"/>
              </a:buClr>
              <a:buSzPct val="100000"/>
              <a:buFont typeface="Arial" pitchFamily="34" charset="0"/>
              <a:buNone/>
              <a:defRPr sz="2000" kern="1200" cap="all" spc="200" baseline="0">
                <a:solidFill>
                  <a:schemeClr val="accent1"/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1pPr>
            <a:lvl2pPr marL="457200" indent="0" algn="l" defTabSz="914400" rtl="0" eaLnBrk="1" latinLnBrk="1" hangingPunct="1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SzPct val="100000"/>
              <a:buFont typeface="Arial" pitchFamily="34" charset="0"/>
              <a:buNone/>
              <a:defRPr sz="1800" kern="1200">
                <a:solidFill>
                  <a:schemeClr val="tx1">
                    <a:tint val="75000"/>
                  </a:schemeClr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2pPr>
            <a:lvl3pPr marL="914400" indent="0" algn="l" defTabSz="914400" rtl="0" eaLnBrk="1" latinLnBrk="1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3pPr>
            <a:lvl4pPr marL="1371600" indent="0" algn="l" defTabSz="914400" rtl="0" eaLnBrk="1" latinLnBrk="1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4pPr>
            <a:lvl5pPr marL="1828800" indent="0" algn="l" defTabSz="914400" rtl="0" eaLnBrk="1" latinLnBrk="1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5pPr>
            <a:lvl6pPr marL="2286000" indent="0" algn="l" defTabSz="914400" rtl="0" eaLnBrk="1" latinLnBrk="1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1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1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1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/>
              <a:t>개발 엔진 </a:t>
            </a:r>
            <a:r>
              <a:rPr lang="en-US" altLang="ko-KR" dirty="0"/>
              <a:t>: Unity</a:t>
            </a:r>
            <a:endParaRPr lang="ko-KR" altLang="en-US" dirty="0"/>
          </a:p>
        </p:txBody>
      </p:sp>
      <p:sp>
        <p:nvSpPr>
          <p:cNvPr id="7" name="텍스트 개체 틀 2">
            <a:extLst>
              <a:ext uri="{FF2B5EF4-FFF2-40B4-BE49-F238E27FC236}">
                <a16:creationId xmlns:a16="http://schemas.microsoft.com/office/drawing/2014/main" id="{16251240-B166-4EB8-B999-6CBF0F66931A}"/>
              </a:ext>
            </a:extLst>
          </p:cNvPr>
          <p:cNvSpPr txBox="1">
            <a:spLocks/>
          </p:cNvSpPr>
          <p:nvPr/>
        </p:nvSpPr>
        <p:spPr>
          <a:xfrm>
            <a:off x="1485900" y="4185084"/>
            <a:ext cx="5537900" cy="50405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0"/>
              </a:spcBef>
              <a:buClr>
                <a:schemeClr val="accent1"/>
              </a:buClr>
              <a:buSzPct val="100000"/>
              <a:buFont typeface="Arial" pitchFamily="34" charset="0"/>
              <a:buNone/>
              <a:defRPr sz="2000" kern="1200" cap="all" spc="200" baseline="0">
                <a:solidFill>
                  <a:schemeClr val="accent1"/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1pPr>
            <a:lvl2pPr marL="457200" indent="0" algn="l" defTabSz="914400" rtl="0" eaLnBrk="1" latinLnBrk="1" hangingPunct="1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SzPct val="100000"/>
              <a:buFont typeface="Arial" pitchFamily="34" charset="0"/>
              <a:buNone/>
              <a:defRPr sz="1800" kern="1200">
                <a:solidFill>
                  <a:schemeClr val="tx1">
                    <a:tint val="75000"/>
                  </a:schemeClr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2pPr>
            <a:lvl3pPr marL="914400" indent="0" algn="l" defTabSz="914400" rtl="0" eaLnBrk="1" latinLnBrk="1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3pPr>
            <a:lvl4pPr marL="1371600" indent="0" algn="l" defTabSz="914400" rtl="0" eaLnBrk="1" latinLnBrk="1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4pPr>
            <a:lvl5pPr marL="1828800" indent="0" algn="l" defTabSz="914400" rtl="0" eaLnBrk="1" latinLnBrk="1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5pPr>
            <a:lvl6pPr marL="2286000" indent="0" algn="l" defTabSz="914400" rtl="0" eaLnBrk="1" latinLnBrk="1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1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1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1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/>
              <a:t>목표 시장 </a:t>
            </a:r>
            <a:r>
              <a:rPr lang="en-US" altLang="ko-KR" dirty="0"/>
              <a:t>: 10</a:t>
            </a:r>
            <a:r>
              <a:rPr lang="ko-KR" altLang="en-US" dirty="0"/>
              <a:t>대</a:t>
            </a:r>
            <a:r>
              <a:rPr lang="en-US" altLang="ko-KR" dirty="0"/>
              <a:t>~30</a:t>
            </a:r>
            <a:r>
              <a:rPr lang="ko-KR" altLang="en-US" dirty="0"/>
              <a:t>대</a:t>
            </a:r>
            <a:r>
              <a:rPr lang="en-US" altLang="ko-KR" dirty="0"/>
              <a:t>,</a:t>
            </a:r>
            <a:r>
              <a:rPr lang="ko-KR" altLang="en-US" dirty="0"/>
              <a:t> 인터넷 방송인 등</a:t>
            </a:r>
          </a:p>
        </p:txBody>
      </p:sp>
    </p:spTree>
    <p:extLst>
      <p:ext uri="{BB962C8B-B14F-4D97-AF65-F5344CB8AC3E}">
        <p14:creationId xmlns:p14="http://schemas.microsoft.com/office/powerpoint/2010/main" val="311928882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765820" y="1294170"/>
            <a:ext cx="10729192" cy="3719006"/>
          </a:xfrm>
        </p:spPr>
        <p:txBody>
          <a:bodyPr rtlCol="0"/>
          <a:lstStyle/>
          <a:p>
            <a:pPr rtl="0"/>
            <a:r>
              <a:rPr lang="ko-KR" altLang="en-US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심해공포증을 유발하는 깊고 광활한 해저에서 각종 괴물들을 피해 목표를 </a:t>
            </a:r>
            <a:r>
              <a:rPr lang="ko-KR" altLang="en-US" dirty="0" err="1">
                <a:latin typeface="malgun gothic" panose="020B0503020000020004" pitchFamily="50" charset="-127"/>
                <a:ea typeface="malgun gothic" panose="020B0503020000020004" pitchFamily="50" charset="-127"/>
              </a:rPr>
              <a:t>달성해야하는</a:t>
            </a:r>
            <a:r>
              <a:rPr lang="ko-KR" altLang="en-US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 공포게임</a:t>
            </a:r>
            <a:endParaRPr lang="en-US" altLang="ko-KR" dirty="0"/>
          </a:p>
          <a:p>
            <a:pPr rtl="0"/>
            <a:endParaRPr lang="en-US" altLang="ko-KR" dirty="0">
              <a:latin typeface="malgun gothic" panose="020B0503020000020004" pitchFamily="50" charset="-127"/>
              <a:ea typeface="malgun gothic" panose="020B0503020000020004" pitchFamily="50" charset="-127"/>
            </a:endParaRPr>
          </a:p>
          <a:p>
            <a:pPr rtl="0"/>
            <a:r>
              <a:rPr lang="ko-KR" altLang="en-US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 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909836" y="764704"/>
            <a:ext cx="4320480" cy="529466"/>
          </a:xfrm>
        </p:spPr>
        <p:txBody>
          <a:bodyPr rtlCol="0">
            <a:normAutofit/>
          </a:bodyPr>
          <a:lstStyle/>
          <a:p>
            <a:pPr rtl="0"/>
            <a:r>
              <a:rPr lang="ko-KR" altLang="en-US" sz="2800" b="1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게임 콘셉트 및 핵심 특징</a:t>
            </a:r>
          </a:p>
        </p:txBody>
      </p:sp>
    </p:spTree>
    <p:extLst>
      <p:ext uri="{BB962C8B-B14F-4D97-AF65-F5344CB8AC3E}">
        <p14:creationId xmlns:p14="http://schemas.microsoft.com/office/powerpoint/2010/main" val="27651371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522413" y="381000"/>
            <a:ext cx="9144001" cy="599728"/>
          </a:xfrm>
        </p:spPr>
        <p:txBody>
          <a:bodyPr rtlCol="0">
            <a:normAutofit/>
          </a:bodyPr>
          <a:lstStyle/>
          <a:p>
            <a:pPr algn="ctr" rtl="0"/>
            <a:r>
              <a:rPr lang="en-US" altLang="ko-KR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Reference (1)</a:t>
            </a:r>
            <a:endParaRPr lang="ko-KR" altLang="en-US" dirty="0"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93812" y="3879168"/>
            <a:ext cx="3971874" cy="2376264"/>
          </a:xfrm>
        </p:spPr>
        <p:txBody>
          <a:bodyPr rtlCol="0"/>
          <a:lstStyle/>
          <a:p>
            <a:pPr rtl="0"/>
            <a:r>
              <a:rPr lang="ko-KR" altLang="en-US" sz="1800" dirty="0" err="1">
                <a:latin typeface="malgun gothic" panose="020B0503020000020004" pitchFamily="50" charset="-127"/>
                <a:ea typeface="malgun gothic" panose="020B0503020000020004" pitchFamily="50" charset="-127"/>
              </a:rPr>
              <a:t>게임명</a:t>
            </a:r>
            <a:r>
              <a:rPr lang="ko-KR" altLang="en-US" sz="1800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 </a:t>
            </a:r>
            <a:r>
              <a:rPr lang="en-US" altLang="ko-KR" sz="1800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: Shadow Corridor</a:t>
            </a:r>
          </a:p>
          <a:p>
            <a:pPr rtl="0"/>
            <a:r>
              <a:rPr lang="ko-KR" altLang="en-US" sz="1800" dirty="0"/>
              <a:t>개발 </a:t>
            </a:r>
            <a:r>
              <a:rPr lang="en-US" altLang="ko-KR" sz="1800" dirty="0"/>
              <a:t>: </a:t>
            </a:r>
            <a:r>
              <a:rPr lang="ko-KR" altLang="en-US" sz="1800" dirty="0"/>
              <a:t>스페이스 </a:t>
            </a:r>
            <a:r>
              <a:rPr lang="ko-KR" altLang="en-US" sz="1800" dirty="0" err="1"/>
              <a:t>오니기리</a:t>
            </a:r>
            <a:r>
              <a:rPr lang="ko-KR" altLang="en-US" sz="1800" dirty="0"/>
              <a:t> 게임즈</a:t>
            </a:r>
            <a:endParaRPr lang="en-US" altLang="ko-KR" sz="1800" dirty="0"/>
          </a:p>
          <a:p>
            <a:pPr rtl="0"/>
            <a:r>
              <a:rPr lang="ko-KR" altLang="en-US" sz="1800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유통 </a:t>
            </a:r>
            <a:r>
              <a:rPr lang="en-US" altLang="ko-KR" sz="1800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: </a:t>
            </a:r>
            <a:r>
              <a:rPr lang="ko-KR" altLang="en-US" sz="1800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아크 시스템 </a:t>
            </a:r>
            <a:r>
              <a:rPr lang="ko-KR" altLang="en-US" sz="1800" dirty="0" err="1">
                <a:latin typeface="malgun gothic" panose="020B0503020000020004" pitchFamily="50" charset="-127"/>
                <a:ea typeface="malgun gothic" panose="020B0503020000020004" pitchFamily="50" charset="-127"/>
              </a:rPr>
              <a:t>웍스</a:t>
            </a:r>
            <a:r>
              <a:rPr lang="ko-KR" altLang="en-US" sz="1800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 아시아</a:t>
            </a:r>
            <a:endParaRPr lang="en-US" altLang="ko-KR" sz="1800" dirty="0">
              <a:latin typeface="malgun gothic" panose="020B0503020000020004" pitchFamily="50" charset="-127"/>
              <a:ea typeface="malgun gothic" panose="020B0503020000020004" pitchFamily="50" charset="-127"/>
            </a:endParaRPr>
          </a:p>
          <a:p>
            <a:pPr rtl="0"/>
            <a:r>
              <a:rPr lang="ko-KR" altLang="en-US" sz="1800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장르 </a:t>
            </a:r>
            <a:r>
              <a:rPr lang="en-US" altLang="ko-KR" sz="1800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: 1</a:t>
            </a:r>
            <a:r>
              <a:rPr lang="ko-KR" altLang="en-US" sz="1800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인칭 생존 </a:t>
            </a:r>
            <a:r>
              <a:rPr lang="ko-KR" altLang="en-US" sz="1800" dirty="0" err="1">
                <a:latin typeface="malgun gothic" panose="020B0503020000020004" pitchFamily="50" charset="-127"/>
                <a:ea typeface="malgun gothic" panose="020B0503020000020004" pitchFamily="50" charset="-127"/>
              </a:rPr>
              <a:t>호러</a:t>
            </a:r>
            <a:endParaRPr lang="en-US" altLang="ko-KR" sz="1800" dirty="0">
              <a:latin typeface="malgun gothic" panose="020B0503020000020004" pitchFamily="50" charset="-127"/>
              <a:ea typeface="malgun gothic" panose="020B0503020000020004" pitchFamily="50" charset="-127"/>
            </a:endParaRPr>
          </a:p>
          <a:p>
            <a:pPr rtl="0"/>
            <a:r>
              <a:rPr lang="ko-KR" altLang="en-US" sz="1800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엔진 </a:t>
            </a:r>
            <a:r>
              <a:rPr lang="en-US" altLang="ko-KR" sz="1800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: </a:t>
            </a:r>
            <a:r>
              <a:rPr lang="ko-KR" altLang="en-US" sz="1800" dirty="0" err="1"/>
              <a:t>언리얼</a:t>
            </a:r>
            <a:r>
              <a:rPr lang="ko-KR" altLang="en-US" sz="1800" dirty="0"/>
              <a:t> 엔진</a:t>
            </a:r>
            <a:r>
              <a:rPr lang="ko-KR" altLang="en-US" sz="1800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 </a:t>
            </a:r>
            <a:r>
              <a:rPr lang="en-US" altLang="ko-KR" sz="1800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4</a:t>
            </a:r>
            <a:endParaRPr lang="ko-KR" altLang="en-US" sz="1800" dirty="0"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  <p:sp>
        <p:nvSpPr>
          <p:cNvPr id="11" name="내용 개체 틀 5">
            <a:extLst>
              <a:ext uri="{FF2B5EF4-FFF2-40B4-BE49-F238E27FC236}">
                <a16:creationId xmlns:a16="http://schemas.microsoft.com/office/drawing/2014/main" id="{7A45C62C-52EE-4FF5-9E2F-4E3B10A963DA}"/>
              </a:ext>
            </a:extLst>
          </p:cNvPr>
          <p:cNvSpPr txBox="1">
            <a:spLocks/>
          </p:cNvSpPr>
          <p:nvPr/>
        </p:nvSpPr>
        <p:spPr>
          <a:xfrm>
            <a:off x="5230316" y="1556792"/>
            <a:ext cx="4416552" cy="3276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3838" indent="-223838" algn="l" defTabSz="914400" rtl="0" eaLnBrk="1" latinLnBrk="1" hangingPunct="1">
              <a:lnSpc>
                <a:spcPct val="90000"/>
              </a:lnSpc>
              <a:spcBef>
                <a:spcPts val="18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1pPr>
            <a:lvl2pPr marL="463550" indent="-231775" algn="l" defTabSz="914400" rtl="0" eaLnBrk="1" latinLnBrk="1" hangingPunct="1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2pPr>
            <a:lvl3pPr marL="682625" indent="-219075" algn="l" defTabSz="914400" rtl="0" eaLnBrk="1" latinLnBrk="1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3pPr>
            <a:lvl4pPr marL="857250" indent="-174625" algn="l" defTabSz="914400" rtl="0" eaLnBrk="1" latinLnBrk="1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4pPr>
            <a:lvl5pPr marL="1030288" indent="-173038" algn="l" defTabSz="914400" rtl="0" eaLnBrk="1" latinLnBrk="1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5pPr>
            <a:lvl6pPr marL="1207008" indent="-173736" algn="l" defTabSz="914400" rtl="0" eaLnBrk="1" latinLnBrk="1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380744" indent="-173736" algn="l" defTabSz="914400" rtl="0" eaLnBrk="1" latinLnBrk="1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54480" indent="-173736" algn="l" defTabSz="914400" rtl="0" eaLnBrk="1" latinLnBrk="1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28216" indent="-173736" algn="l" defTabSz="914400" rtl="0" eaLnBrk="1" latinLnBrk="1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dirty="0"/>
          </a:p>
        </p:txBody>
      </p:sp>
      <p:sp>
        <p:nvSpPr>
          <p:cNvPr id="12" name="내용 개체 틀 5">
            <a:extLst>
              <a:ext uri="{FF2B5EF4-FFF2-40B4-BE49-F238E27FC236}">
                <a16:creationId xmlns:a16="http://schemas.microsoft.com/office/drawing/2014/main" id="{C188269E-FC73-4D1B-96A2-ABB37F59A7EF}"/>
              </a:ext>
            </a:extLst>
          </p:cNvPr>
          <p:cNvSpPr txBox="1">
            <a:spLocks/>
          </p:cNvSpPr>
          <p:nvPr/>
        </p:nvSpPr>
        <p:spPr>
          <a:xfrm>
            <a:off x="6814492" y="1790700"/>
            <a:ext cx="4416552" cy="3276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3838" indent="-223838" algn="l" defTabSz="914400" rtl="0" eaLnBrk="1" latinLnBrk="1" hangingPunct="1">
              <a:lnSpc>
                <a:spcPct val="90000"/>
              </a:lnSpc>
              <a:spcBef>
                <a:spcPts val="18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1pPr>
            <a:lvl2pPr marL="463550" indent="-231775" algn="l" defTabSz="914400" rtl="0" eaLnBrk="1" latinLnBrk="1" hangingPunct="1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2pPr>
            <a:lvl3pPr marL="682625" indent="-219075" algn="l" defTabSz="914400" rtl="0" eaLnBrk="1" latinLnBrk="1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3pPr>
            <a:lvl4pPr marL="857250" indent="-174625" algn="l" defTabSz="914400" rtl="0" eaLnBrk="1" latinLnBrk="1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4pPr>
            <a:lvl5pPr marL="1030288" indent="-173038" algn="l" defTabSz="914400" rtl="0" eaLnBrk="1" latinLnBrk="1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5pPr>
            <a:lvl6pPr marL="1207008" indent="-173736" algn="l" defTabSz="914400" rtl="0" eaLnBrk="1" latinLnBrk="1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380744" indent="-173736" algn="l" defTabSz="914400" rtl="0" eaLnBrk="1" latinLnBrk="1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54480" indent="-173736" algn="l" defTabSz="914400" rtl="0" eaLnBrk="1" latinLnBrk="1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28216" indent="-173736" algn="l" defTabSz="914400" rtl="0" eaLnBrk="1" latinLnBrk="1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dirty="0"/>
          </a:p>
        </p:txBody>
      </p:sp>
      <p:sp>
        <p:nvSpPr>
          <p:cNvPr id="15" name="내용 개체 틀 5">
            <a:extLst>
              <a:ext uri="{FF2B5EF4-FFF2-40B4-BE49-F238E27FC236}">
                <a16:creationId xmlns:a16="http://schemas.microsoft.com/office/drawing/2014/main" id="{2029B9DA-C7A7-4B7C-B936-C9FE886C5C47}"/>
              </a:ext>
            </a:extLst>
          </p:cNvPr>
          <p:cNvSpPr txBox="1">
            <a:spLocks/>
          </p:cNvSpPr>
          <p:nvPr/>
        </p:nvSpPr>
        <p:spPr>
          <a:xfrm>
            <a:off x="6249862" y="1579115"/>
            <a:ext cx="4416552" cy="3276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3838" indent="-223838" algn="l" defTabSz="914400" rtl="0" eaLnBrk="1" latinLnBrk="1" hangingPunct="1">
              <a:lnSpc>
                <a:spcPct val="90000"/>
              </a:lnSpc>
              <a:spcBef>
                <a:spcPts val="18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1pPr>
            <a:lvl2pPr marL="463550" indent="-231775" algn="l" defTabSz="914400" rtl="0" eaLnBrk="1" latinLnBrk="1" hangingPunct="1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2pPr>
            <a:lvl3pPr marL="682625" indent="-219075" algn="l" defTabSz="914400" rtl="0" eaLnBrk="1" latinLnBrk="1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3pPr>
            <a:lvl4pPr marL="857250" indent="-174625" algn="l" defTabSz="914400" rtl="0" eaLnBrk="1" latinLnBrk="1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4pPr>
            <a:lvl5pPr marL="1030288" indent="-173038" algn="l" defTabSz="914400" rtl="0" eaLnBrk="1" latinLnBrk="1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5pPr>
            <a:lvl6pPr marL="1207008" indent="-173736" algn="l" defTabSz="914400" rtl="0" eaLnBrk="1" latinLnBrk="1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380744" indent="-173736" algn="l" defTabSz="914400" rtl="0" eaLnBrk="1" latinLnBrk="1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54480" indent="-173736" algn="l" defTabSz="914400" rtl="0" eaLnBrk="1" latinLnBrk="1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28216" indent="-173736" algn="l" defTabSz="914400" rtl="0" eaLnBrk="1" latinLnBrk="1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dirty="0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EFF50631-4ACF-4035-AA4A-E8DA3635AD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4543" y="1313031"/>
            <a:ext cx="5088317" cy="2756010"/>
          </a:xfrm>
          <a:prstGeom prst="rect">
            <a:avLst/>
          </a:prstGeom>
        </p:spPr>
      </p:pic>
      <p:sp>
        <p:nvSpPr>
          <p:cNvPr id="18" name="내용 개체 틀 5">
            <a:extLst>
              <a:ext uri="{FF2B5EF4-FFF2-40B4-BE49-F238E27FC236}">
                <a16:creationId xmlns:a16="http://schemas.microsoft.com/office/drawing/2014/main" id="{B045329C-F87C-478C-8A02-DCDE3860401A}"/>
              </a:ext>
            </a:extLst>
          </p:cNvPr>
          <p:cNvSpPr txBox="1">
            <a:spLocks/>
          </p:cNvSpPr>
          <p:nvPr/>
        </p:nvSpPr>
        <p:spPr>
          <a:xfrm>
            <a:off x="5014291" y="4165411"/>
            <a:ext cx="6438569" cy="237626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3838" indent="-223838" algn="l" defTabSz="914400" rtl="0" eaLnBrk="1" latinLnBrk="1" hangingPunct="1">
              <a:lnSpc>
                <a:spcPct val="90000"/>
              </a:lnSpc>
              <a:spcBef>
                <a:spcPts val="18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1pPr>
            <a:lvl2pPr marL="463550" indent="-231775" algn="l" defTabSz="914400" rtl="0" eaLnBrk="1" latinLnBrk="1" hangingPunct="1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2pPr>
            <a:lvl3pPr marL="682625" indent="-219075" algn="l" defTabSz="914400" rtl="0" eaLnBrk="1" latinLnBrk="1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3pPr>
            <a:lvl4pPr marL="857250" indent="-174625" algn="l" defTabSz="914400" rtl="0" eaLnBrk="1" latinLnBrk="1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4pPr>
            <a:lvl5pPr marL="1030288" indent="-173038" algn="l" defTabSz="914400" rtl="0" eaLnBrk="1" latinLnBrk="1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5pPr>
            <a:lvl6pPr marL="1207008" indent="-173736" algn="l" defTabSz="914400" rtl="0" eaLnBrk="1" latinLnBrk="1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380744" indent="-173736" algn="l" defTabSz="914400" rtl="0" eaLnBrk="1" latinLnBrk="1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54480" indent="-173736" algn="l" defTabSz="914400" rtl="0" eaLnBrk="1" latinLnBrk="1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28216" indent="-173736" algn="l" defTabSz="914400" rtl="0" eaLnBrk="1" latinLnBrk="1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800" dirty="0"/>
              <a:t>5</a:t>
            </a:r>
            <a:r>
              <a:rPr lang="ko-KR" altLang="en-US" sz="1800" dirty="0"/>
              <a:t>개의 곡옥을 찾아 탈출하는 탈출 방식</a:t>
            </a:r>
            <a:endParaRPr lang="en-US" altLang="ko-KR" sz="1800" dirty="0"/>
          </a:p>
          <a:p>
            <a:pPr>
              <a:lnSpc>
                <a:spcPct val="100000"/>
              </a:lnSpc>
            </a:pPr>
            <a:r>
              <a:rPr lang="ko-KR" altLang="en-US" sz="1800" dirty="0"/>
              <a:t>손전등</a:t>
            </a:r>
            <a:r>
              <a:rPr lang="en-US" altLang="ko-KR" sz="1800" dirty="0"/>
              <a:t>, </a:t>
            </a:r>
            <a:r>
              <a:rPr lang="ko-KR" altLang="en-US" sz="1800" dirty="0"/>
              <a:t>교란용 폭죽</a:t>
            </a:r>
            <a:r>
              <a:rPr lang="en-US" altLang="ko-KR" sz="1800" dirty="0"/>
              <a:t>, </a:t>
            </a:r>
            <a:r>
              <a:rPr lang="ko-KR" altLang="en-US" sz="1800" dirty="0"/>
              <a:t>탈출구를 가리키는 나침반</a:t>
            </a:r>
            <a:r>
              <a:rPr lang="en-US" altLang="ko-KR" sz="1800" dirty="0"/>
              <a:t>, </a:t>
            </a:r>
            <a:r>
              <a:rPr lang="ko-KR" altLang="en-US" sz="1800" dirty="0"/>
              <a:t>잠시 적을 </a:t>
            </a:r>
            <a:r>
              <a:rPr lang="ko-KR" altLang="en-US" sz="1800" dirty="0" err="1"/>
              <a:t>스턴시키는</a:t>
            </a:r>
            <a:r>
              <a:rPr lang="ko-KR" altLang="en-US" sz="1800" dirty="0"/>
              <a:t> 카메라 등 다양한 아이템 아이디어 참고</a:t>
            </a:r>
            <a:r>
              <a:rPr lang="en-US" altLang="ko-KR" sz="1800" dirty="0"/>
              <a:t>.</a:t>
            </a:r>
          </a:p>
          <a:p>
            <a:pPr>
              <a:lnSpc>
                <a:spcPct val="100000"/>
              </a:lnSpc>
            </a:pPr>
            <a:r>
              <a:rPr lang="ko-KR" altLang="en-US" sz="1800" dirty="0"/>
              <a:t>그 외 적에게 발각 시 발각 사인과</a:t>
            </a:r>
            <a:r>
              <a:rPr lang="en-US" altLang="ko-KR" sz="1800" dirty="0"/>
              <a:t> </a:t>
            </a:r>
            <a:r>
              <a:rPr lang="ko-KR" altLang="en-US" sz="1800" dirty="0"/>
              <a:t>공격 당할 시 등장하는 점프스퀘어 씬</a:t>
            </a:r>
            <a:r>
              <a:rPr lang="en-US" altLang="ko-KR" sz="1800" dirty="0"/>
              <a:t>, </a:t>
            </a:r>
            <a:r>
              <a:rPr lang="ko-KR" altLang="en-US" sz="1800" dirty="0"/>
              <a:t>적의 시야를 피해 숨는 캐비닛 등 다양한 부분에서 참고하여 제작</a:t>
            </a:r>
            <a:r>
              <a:rPr lang="en-US" altLang="ko-KR" sz="1800" dirty="0"/>
              <a:t>.</a:t>
            </a:r>
            <a:r>
              <a:rPr lang="ko-KR" altLang="en-US" sz="1800" dirty="0"/>
              <a:t> </a:t>
            </a:r>
            <a:endParaRPr lang="en-US" altLang="ko-KR" sz="1800" dirty="0"/>
          </a:p>
          <a:p>
            <a:pPr>
              <a:lnSpc>
                <a:spcPct val="100000"/>
              </a:lnSpc>
            </a:pPr>
            <a:endParaRPr lang="ko-KR" altLang="en-US" sz="1800" dirty="0"/>
          </a:p>
        </p:txBody>
      </p:sp>
      <p:sp>
        <p:nvSpPr>
          <p:cNvPr id="19" name="AutoShape 2" descr="ShadowCorridor-c...">
            <a:extLst>
              <a:ext uri="{FF2B5EF4-FFF2-40B4-BE49-F238E27FC236}">
                <a16:creationId xmlns:a16="http://schemas.microsoft.com/office/drawing/2014/main" id="{8046FB10-53E5-4BA3-B27A-70DE60C0384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8073350" y="6426283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84BA114A-842E-483A-823D-406B564741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120" y="1340769"/>
            <a:ext cx="4084467" cy="2376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901979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522413" y="381000"/>
            <a:ext cx="9144001" cy="599728"/>
          </a:xfrm>
        </p:spPr>
        <p:txBody>
          <a:bodyPr rtlCol="0">
            <a:normAutofit/>
          </a:bodyPr>
          <a:lstStyle/>
          <a:p>
            <a:pPr algn="ctr" rtl="0"/>
            <a:r>
              <a:rPr lang="en-US" altLang="ko-KR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Reference (2)</a:t>
            </a:r>
            <a:endParaRPr lang="ko-KR" altLang="en-US" dirty="0"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93812" y="3879168"/>
            <a:ext cx="3971874" cy="2376264"/>
          </a:xfrm>
        </p:spPr>
        <p:txBody>
          <a:bodyPr rtlCol="0"/>
          <a:lstStyle/>
          <a:p>
            <a:pPr rtl="0"/>
            <a:r>
              <a:rPr lang="ko-KR" altLang="en-US" sz="1800" dirty="0" err="1">
                <a:latin typeface="malgun gothic" panose="020B0503020000020004" pitchFamily="50" charset="-127"/>
                <a:ea typeface="malgun gothic" panose="020B0503020000020004" pitchFamily="50" charset="-127"/>
              </a:rPr>
              <a:t>게임명</a:t>
            </a:r>
            <a:r>
              <a:rPr lang="ko-KR" altLang="en-US" sz="1800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 </a:t>
            </a:r>
            <a:r>
              <a:rPr lang="en-US" altLang="ko-KR" sz="1800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: </a:t>
            </a:r>
            <a:r>
              <a:rPr lang="en-US" altLang="ko-KR" sz="1800" dirty="0" err="1">
                <a:latin typeface="malgun gothic" panose="020B0503020000020004" pitchFamily="50" charset="-127"/>
                <a:ea typeface="malgun gothic" panose="020B0503020000020004" pitchFamily="50" charset="-127"/>
              </a:rPr>
              <a:t>SubNautica</a:t>
            </a:r>
            <a:endParaRPr lang="en-US" altLang="ko-KR" sz="1800" dirty="0">
              <a:latin typeface="malgun gothic" panose="020B0503020000020004" pitchFamily="50" charset="-127"/>
              <a:ea typeface="malgun gothic" panose="020B0503020000020004" pitchFamily="50" charset="-127"/>
            </a:endParaRPr>
          </a:p>
          <a:p>
            <a:pPr rtl="0"/>
            <a:r>
              <a:rPr lang="ko-KR" altLang="en-US" sz="1800" dirty="0"/>
              <a:t>개발 </a:t>
            </a:r>
            <a:r>
              <a:rPr lang="en-US" altLang="ko-KR" sz="1800" dirty="0"/>
              <a:t>: </a:t>
            </a:r>
            <a:r>
              <a:rPr lang="ko-KR" altLang="en-US" sz="1800" dirty="0" err="1"/>
              <a:t>언노운월즈</a:t>
            </a:r>
            <a:r>
              <a:rPr lang="ko-KR" altLang="en-US" sz="1800" dirty="0"/>
              <a:t> 엔터테인먼트</a:t>
            </a:r>
            <a:endParaRPr lang="en-US" altLang="ko-KR" sz="1800" dirty="0"/>
          </a:p>
          <a:p>
            <a:pPr rtl="0"/>
            <a:r>
              <a:rPr lang="ko-KR" altLang="en-US" sz="1800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유통 </a:t>
            </a:r>
            <a:r>
              <a:rPr lang="en-US" altLang="ko-KR" sz="1800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: </a:t>
            </a:r>
            <a:r>
              <a:rPr lang="ko-KR" altLang="en-US" sz="1800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패닉 버튼</a:t>
            </a:r>
            <a:endParaRPr lang="en-US" altLang="ko-KR" sz="1800" dirty="0">
              <a:latin typeface="malgun gothic" panose="020B0503020000020004" pitchFamily="50" charset="-127"/>
              <a:ea typeface="malgun gothic" panose="020B0503020000020004" pitchFamily="50" charset="-127"/>
            </a:endParaRPr>
          </a:p>
          <a:p>
            <a:pPr rtl="0"/>
            <a:r>
              <a:rPr lang="ko-KR" altLang="en-US" sz="1800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장르 </a:t>
            </a:r>
            <a:r>
              <a:rPr lang="en-US" altLang="ko-KR" sz="1800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: 1</a:t>
            </a:r>
            <a:r>
              <a:rPr lang="ko-KR" altLang="en-US" sz="1800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인칭 생존</a:t>
            </a:r>
            <a:endParaRPr lang="en-US" altLang="ko-KR" sz="1800" dirty="0">
              <a:latin typeface="malgun gothic" panose="020B0503020000020004" pitchFamily="50" charset="-127"/>
              <a:ea typeface="malgun gothic" panose="020B0503020000020004" pitchFamily="50" charset="-127"/>
            </a:endParaRPr>
          </a:p>
          <a:p>
            <a:pPr rtl="0"/>
            <a:r>
              <a:rPr lang="ko-KR" altLang="en-US" sz="1800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엔진 </a:t>
            </a:r>
            <a:r>
              <a:rPr lang="en-US" altLang="ko-KR" sz="1800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: Unity</a:t>
            </a:r>
            <a:endParaRPr lang="ko-KR" altLang="en-US" sz="1800" dirty="0"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  <p:sp>
        <p:nvSpPr>
          <p:cNvPr id="11" name="내용 개체 틀 5">
            <a:extLst>
              <a:ext uri="{FF2B5EF4-FFF2-40B4-BE49-F238E27FC236}">
                <a16:creationId xmlns:a16="http://schemas.microsoft.com/office/drawing/2014/main" id="{7A45C62C-52EE-4FF5-9E2F-4E3B10A963DA}"/>
              </a:ext>
            </a:extLst>
          </p:cNvPr>
          <p:cNvSpPr txBox="1">
            <a:spLocks/>
          </p:cNvSpPr>
          <p:nvPr/>
        </p:nvSpPr>
        <p:spPr>
          <a:xfrm>
            <a:off x="5230316" y="1556792"/>
            <a:ext cx="4416552" cy="3276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3838" indent="-223838" algn="l" defTabSz="914400" rtl="0" eaLnBrk="1" latinLnBrk="1" hangingPunct="1">
              <a:lnSpc>
                <a:spcPct val="90000"/>
              </a:lnSpc>
              <a:spcBef>
                <a:spcPts val="18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1pPr>
            <a:lvl2pPr marL="463550" indent="-231775" algn="l" defTabSz="914400" rtl="0" eaLnBrk="1" latinLnBrk="1" hangingPunct="1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2pPr>
            <a:lvl3pPr marL="682625" indent="-219075" algn="l" defTabSz="914400" rtl="0" eaLnBrk="1" latinLnBrk="1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3pPr>
            <a:lvl4pPr marL="857250" indent="-174625" algn="l" defTabSz="914400" rtl="0" eaLnBrk="1" latinLnBrk="1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4pPr>
            <a:lvl5pPr marL="1030288" indent="-173038" algn="l" defTabSz="914400" rtl="0" eaLnBrk="1" latinLnBrk="1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5pPr>
            <a:lvl6pPr marL="1207008" indent="-173736" algn="l" defTabSz="914400" rtl="0" eaLnBrk="1" latinLnBrk="1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380744" indent="-173736" algn="l" defTabSz="914400" rtl="0" eaLnBrk="1" latinLnBrk="1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54480" indent="-173736" algn="l" defTabSz="914400" rtl="0" eaLnBrk="1" latinLnBrk="1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28216" indent="-173736" algn="l" defTabSz="914400" rtl="0" eaLnBrk="1" latinLnBrk="1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dirty="0"/>
          </a:p>
        </p:txBody>
      </p:sp>
      <p:sp>
        <p:nvSpPr>
          <p:cNvPr id="12" name="내용 개체 틀 5">
            <a:extLst>
              <a:ext uri="{FF2B5EF4-FFF2-40B4-BE49-F238E27FC236}">
                <a16:creationId xmlns:a16="http://schemas.microsoft.com/office/drawing/2014/main" id="{C188269E-FC73-4D1B-96A2-ABB37F59A7EF}"/>
              </a:ext>
            </a:extLst>
          </p:cNvPr>
          <p:cNvSpPr txBox="1">
            <a:spLocks/>
          </p:cNvSpPr>
          <p:nvPr/>
        </p:nvSpPr>
        <p:spPr>
          <a:xfrm>
            <a:off x="6814492" y="1790700"/>
            <a:ext cx="4416552" cy="3276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3838" indent="-223838" algn="l" defTabSz="914400" rtl="0" eaLnBrk="1" latinLnBrk="1" hangingPunct="1">
              <a:lnSpc>
                <a:spcPct val="90000"/>
              </a:lnSpc>
              <a:spcBef>
                <a:spcPts val="18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1pPr>
            <a:lvl2pPr marL="463550" indent="-231775" algn="l" defTabSz="914400" rtl="0" eaLnBrk="1" latinLnBrk="1" hangingPunct="1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2pPr>
            <a:lvl3pPr marL="682625" indent="-219075" algn="l" defTabSz="914400" rtl="0" eaLnBrk="1" latinLnBrk="1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3pPr>
            <a:lvl4pPr marL="857250" indent="-174625" algn="l" defTabSz="914400" rtl="0" eaLnBrk="1" latinLnBrk="1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4pPr>
            <a:lvl5pPr marL="1030288" indent="-173038" algn="l" defTabSz="914400" rtl="0" eaLnBrk="1" latinLnBrk="1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5pPr>
            <a:lvl6pPr marL="1207008" indent="-173736" algn="l" defTabSz="914400" rtl="0" eaLnBrk="1" latinLnBrk="1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380744" indent="-173736" algn="l" defTabSz="914400" rtl="0" eaLnBrk="1" latinLnBrk="1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54480" indent="-173736" algn="l" defTabSz="914400" rtl="0" eaLnBrk="1" latinLnBrk="1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28216" indent="-173736" algn="l" defTabSz="914400" rtl="0" eaLnBrk="1" latinLnBrk="1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dirty="0"/>
          </a:p>
        </p:txBody>
      </p:sp>
      <p:sp>
        <p:nvSpPr>
          <p:cNvPr id="15" name="내용 개체 틀 5">
            <a:extLst>
              <a:ext uri="{FF2B5EF4-FFF2-40B4-BE49-F238E27FC236}">
                <a16:creationId xmlns:a16="http://schemas.microsoft.com/office/drawing/2014/main" id="{2029B9DA-C7A7-4B7C-B936-C9FE886C5C47}"/>
              </a:ext>
            </a:extLst>
          </p:cNvPr>
          <p:cNvSpPr txBox="1">
            <a:spLocks/>
          </p:cNvSpPr>
          <p:nvPr/>
        </p:nvSpPr>
        <p:spPr>
          <a:xfrm>
            <a:off x="6249862" y="1579115"/>
            <a:ext cx="4416552" cy="3276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3838" indent="-223838" algn="l" defTabSz="914400" rtl="0" eaLnBrk="1" latinLnBrk="1" hangingPunct="1">
              <a:lnSpc>
                <a:spcPct val="90000"/>
              </a:lnSpc>
              <a:spcBef>
                <a:spcPts val="18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1pPr>
            <a:lvl2pPr marL="463550" indent="-231775" algn="l" defTabSz="914400" rtl="0" eaLnBrk="1" latinLnBrk="1" hangingPunct="1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2pPr>
            <a:lvl3pPr marL="682625" indent="-219075" algn="l" defTabSz="914400" rtl="0" eaLnBrk="1" latinLnBrk="1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3pPr>
            <a:lvl4pPr marL="857250" indent="-174625" algn="l" defTabSz="914400" rtl="0" eaLnBrk="1" latinLnBrk="1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4pPr>
            <a:lvl5pPr marL="1030288" indent="-173038" algn="l" defTabSz="914400" rtl="0" eaLnBrk="1" latinLnBrk="1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5pPr>
            <a:lvl6pPr marL="1207008" indent="-173736" algn="l" defTabSz="914400" rtl="0" eaLnBrk="1" latinLnBrk="1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380744" indent="-173736" algn="l" defTabSz="914400" rtl="0" eaLnBrk="1" latinLnBrk="1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54480" indent="-173736" algn="l" defTabSz="914400" rtl="0" eaLnBrk="1" latinLnBrk="1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28216" indent="-173736" algn="l" defTabSz="914400" rtl="0" eaLnBrk="1" latinLnBrk="1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dirty="0"/>
          </a:p>
        </p:txBody>
      </p:sp>
      <p:sp>
        <p:nvSpPr>
          <p:cNvPr id="18" name="내용 개체 틀 5">
            <a:extLst>
              <a:ext uri="{FF2B5EF4-FFF2-40B4-BE49-F238E27FC236}">
                <a16:creationId xmlns:a16="http://schemas.microsoft.com/office/drawing/2014/main" id="{B045329C-F87C-478C-8A02-DCDE3860401A}"/>
              </a:ext>
            </a:extLst>
          </p:cNvPr>
          <p:cNvSpPr txBox="1">
            <a:spLocks/>
          </p:cNvSpPr>
          <p:nvPr/>
        </p:nvSpPr>
        <p:spPr>
          <a:xfrm>
            <a:off x="5014292" y="4165411"/>
            <a:ext cx="6048672" cy="237626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3838" indent="-223838" algn="l" defTabSz="914400" rtl="0" eaLnBrk="1" latinLnBrk="1" hangingPunct="1">
              <a:lnSpc>
                <a:spcPct val="90000"/>
              </a:lnSpc>
              <a:spcBef>
                <a:spcPts val="18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1pPr>
            <a:lvl2pPr marL="463550" indent="-231775" algn="l" defTabSz="914400" rtl="0" eaLnBrk="1" latinLnBrk="1" hangingPunct="1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2pPr>
            <a:lvl3pPr marL="682625" indent="-219075" algn="l" defTabSz="914400" rtl="0" eaLnBrk="1" latinLnBrk="1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3pPr>
            <a:lvl4pPr marL="857250" indent="-174625" algn="l" defTabSz="914400" rtl="0" eaLnBrk="1" latinLnBrk="1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4pPr>
            <a:lvl5pPr marL="1030288" indent="-173038" algn="l" defTabSz="914400" rtl="0" eaLnBrk="1" latinLnBrk="1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5pPr>
            <a:lvl6pPr marL="1207008" indent="-173736" algn="l" defTabSz="914400" rtl="0" eaLnBrk="1" latinLnBrk="1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380744" indent="-173736" algn="l" defTabSz="914400" rtl="0" eaLnBrk="1" latinLnBrk="1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54480" indent="-173736" algn="l" defTabSz="914400" rtl="0" eaLnBrk="1" latinLnBrk="1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28216" indent="-173736" algn="l" defTabSz="914400" rtl="0" eaLnBrk="1" latinLnBrk="1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ko-KR" altLang="en-US" sz="1800" dirty="0"/>
              <a:t>깊은 심해 배경과 다양한 심해 생물로 심해공포를 직접 느낄 수 있는 생존게임</a:t>
            </a:r>
            <a:endParaRPr lang="en-US" altLang="ko-KR" sz="1800" dirty="0"/>
          </a:p>
          <a:p>
            <a:pPr>
              <a:lnSpc>
                <a:spcPct val="100000"/>
              </a:lnSpc>
            </a:pPr>
            <a:r>
              <a:rPr lang="ko-KR" altLang="en-US" sz="1800" dirty="0"/>
              <a:t>양분</a:t>
            </a:r>
            <a:r>
              <a:rPr lang="en-US" altLang="ko-KR" sz="1800" dirty="0"/>
              <a:t>, </a:t>
            </a:r>
            <a:r>
              <a:rPr lang="ko-KR" altLang="en-US" sz="1800" dirty="0"/>
              <a:t>수분섭취 등의 생존 관련 </a:t>
            </a:r>
            <a:r>
              <a:rPr lang="ko-KR" altLang="en-US" sz="1800" dirty="0" err="1"/>
              <a:t>스테이터스</a:t>
            </a:r>
            <a:r>
              <a:rPr lang="ko-KR" altLang="en-US" sz="1800" dirty="0"/>
              <a:t> 존재로 플레이어에게 공포 외에도 생존의 압박감 부여</a:t>
            </a:r>
            <a:r>
              <a:rPr lang="en-US" altLang="ko-KR" sz="1800" dirty="0"/>
              <a:t>.</a:t>
            </a:r>
          </a:p>
          <a:p>
            <a:pPr>
              <a:lnSpc>
                <a:spcPct val="100000"/>
              </a:lnSpc>
            </a:pPr>
            <a:r>
              <a:rPr lang="ko-KR" altLang="en-US" sz="1800" dirty="0"/>
              <a:t>그 밖의 스캐너 및 정보를 표시하는 디지털형 도감을 참고하여 홀로그램 </a:t>
            </a:r>
            <a:r>
              <a:rPr lang="en-US" altLang="ko-KR" sz="1800" dirty="0"/>
              <a:t>UI watch</a:t>
            </a:r>
            <a:r>
              <a:rPr lang="ko-KR" altLang="en-US" sz="1800" dirty="0"/>
              <a:t> 및 스캐너 제작</a:t>
            </a:r>
            <a:r>
              <a:rPr lang="en-US" altLang="ko-KR" sz="1800" dirty="0"/>
              <a:t>.</a:t>
            </a:r>
          </a:p>
          <a:p>
            <a:pPr>
              <a:lnSpc>
                <a:spcPct val="100000"/>
              </a:lnSpc>
            </a:pPr>
            <a:endParaRPr lang="ko-KR" altLang="en-US" sz="1800" dirty="0"/>
          </a:p>
        </p:txBody>
      </p:sp>
      <p:sp>
        <p:nvSpPr>
          <p:cNvPr id="19" name="AutoShape 2" descr="ShadowCorridor-c...">
            <a:extLst>
              <a:ext uri="{FF2B5EF4-FFF2-40B4-BE49-F238E27FC236}">
                <a16:creationId xmlns:a16="http://schemas.microsoft.com/office/drawing/2014/main" id="{8046FB10-53E5-4BA3-B27A-70DE60C0384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8073350" y="6426283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BC386B80-4D04-4E93-96B6-8A3C620573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8963" y="1197505"/>
            <a:ext cx="4579533" cy="2586296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ED844F67-E873-47EB-8433-8A518B30AD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5747" y="1329419"/>
            <a:ext cx="3879939" cy="20614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14250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제목 12"/>
          <p:cNvSpPr>
            <a:spLocks noGrp="1"/>
          </p:cNvSpPr>
          <p:nvPr>
            <p:ph type="title"/>
          </p:nvPr>
        </p:nvSpPr>
        <p:spPr>
          <a:xfrm>
            <a:off x="1512887" y="838200"/>
            <a:ext cx="9144001" cy="599728"/>
          </a:xfrm>
        </p:spPr>
        <p:txBody>
          <a:bodyPr rtlCol="0"/>
          <a:lstStyle/>
          <a:p>
            <a:pPr rtl="0"/>
            <a:r>
              <a:rPr lang="ko-KR" altLang="en-US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차트가 있는 제목 및 내용 레이아웃</a:t>
            </a:r>
          </a:p>
        </p:txBody>
      </p:sp>
      <p:graphicFrame>
        <p:nvGraphicFramePr>
          <p:cNvPr id="6" name="내용 개체 틀 5" descr="묶은 세로 막대형 – 꺾은선형 혼합형 차트" title="차트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63863524"/>
              </p:ext>
            </p:extLst>
          </p:nvPr>
        </p:nvGraphicFramePr>
        <p:xfrm>
          <a:off x="1522413" y="1905000"/>
          <a:ext cx="9134475" cy="4114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31062068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표가 있는 두 개의 내용 레이아웃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/>
        <p:txBody>
          <a:bodyPr rtlCol="0"/>
          <a:lstStyle/>
          <a:p>
            <a:pPr rtl="0"/>
            <a:r>
              <a:rPr lang="ko-KR" altLang="en-US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여기에 첫 번째 글머리 기호</a:t>
            </a:r>
          </a:p>
          <a:p>
            <a:pPr rtl="0"/>
            <a:r>
              <a:rPr lang="ko-KR" altLang="en-US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여기에 두 번째 글머리 기호</a:t>
            </a:r>
          </a:p>
          <a:p>
            <a:pPr rtl="0"/>
            <a:r>
              <a:rPr lang="ko-KR" altLang="en-US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여기에 세 번째 글머리 기호</a:t>
            </a:r>
          </a:p>
        </p:txBody>
      </p:sp>
      <p:graphicFrame>
        <p:nvGraphicFramePr>
          <p:cNvPr id="9" name="내용 개체 틀 8" descr="3개의 열과 4개의 행이 있는 샘플 표" title="표"/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273300299"/>
              </p:ext>
            </p:extLst>
          </p:nvPr>
        </p:nvGraphicFramePr>
        <p:xfrm>
          <a:off x="6229350" y="1905000"/>
          <a:ext cx="441960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7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7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14350">
                <a:tc>
                  <a:txBody>
                    <a:bodyPr/>
                    <a:lstStyle/>
                    <a:p>
                      <a:pPr rtl="0"/>
                      <a:endParaRPr lang="ko-KR" altLang="en-US" noProof="0" dirty="0">
                        <a:latin typeface="malgun gothic" panose="020B0503020000020004" pitchFamily="50" charset="-127"/>
                        <a:ea typeface="malgun gothic" panose="020B050302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ko-KR" altLang="en-US" noProof="0" dirty="0">
                          <a:latin typeface="malgun gothic" panose="020B0503020000020004" pitchFamily="50" charset="-127"/>
                          <a:ea typeface="malgun gothic" panose="020B0503020000020004" pitchFamily="50" charset="-127"/>
                        </a:rPr>
                        <a:t>그룹 </a:t>
                      </a:r>
                      <a:r>
                        <a:rPr lang="en-US" altLang="ko-KR" noProof="0" dirty="0">
                          <a:latin typeface="malgun gothic" panose="020B0503020000020004" pitchFamily="50" charset="-127"/>
                          <a:ea typeface="malgun gothic" panose="020B0503020000020004" pitchFamily="50" charset="-127"/>
                        </a:rPr>
                        <a:t>1</a:t>
                      </a:r>
                      <a:endParaRPr lang="ko-KR" altLang="en-US" noProof="0" dirty="0">
                        <a:latin typeface="malgun gothic" panose="020B0503020000020004" pitchFamily="50" charset="-127"/>
                        <a:ea typeface="malgun gothic" panose="020B050302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ko-KR" altLang="en-US" noProof="0" dirty="0">
                          <a:latin typeface="malgun gothic" panose="020B0503020000020004" pitchFamily="50" charset="-127"/>
                          <a:ea typeface="malgun gothic" panose="020B0503020000020004" pitchFamily="50" charset="-127"/>
                        </a:rPr>
                        <a:t>그룹 </a:t>
                      </a:r>
                      <a:r>
                        <a:rPr lang="en-US" altLang="ko-KR" noProof="0" dirty="0">
                          <a:latin typeface="malgun gothic" panose="020B0503020000020004" pitchFamily="50" charset="-127"/>
                          <a:ea typeface="malgun gothic" panose="020B0503020000020004" pitchFamily="50" charset="-127"/>
                        </a:rPr>
                        <a:t>2</a:t>
                      </a:r>
                      <a:endParaRPr lang="ko-KR" altLang="en-US" noProof="0" dirty="0">
                        <a:latin typeface="malgun gothic" panose="020B0503020000020004" pitchFamily="50" charset="-127"/>
                        <a:ea typeface="malgun gothic" panose="020B0503020000020004" pitchFamily="50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 rtl="0"/>
                      <a:r>
                        <a:rPr lang="en-US" altLang="ko-KR" noProof="0" dirty="0">
                          <a:latin typeface="malgun gothic" panose="020B0503020000020004" pitchFamily="50" charset="-127"/>
                          <a:ea typeface="malgun gothic" panose="020B0503020000020004" pitchFamily="50" charset="-127"/>
                        </a:rPr>
                        <a:t>1</a:t>
                      </a:r>
                      <a:r>
                        <a:rPr lang="ko-KR" altLang="en-US" noProof="0" dirty="0">
                          <a:latin typeface="malgun gothic" panose="020B0503020000020004" pitchFamily="50" charset="-127"/>
                          <a:ea typeface="malgun gothic" panose="020B0503020000020004" pitchFamily="50" charset="-127"/>
                        </a:rPr>
                        <a:t>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US" altLang="ko-KR" noProof="0" dirty="0">
                          <a:latin typeface="malgun gothic" panose="020B0503020000020004" pitchFamily="50" charset="-127"/>
                          <a:ea typeface="malgun gothic" panose="020B0503020000020004" pitchFamily="50" charset="-127"/>
                        </a:rPr>
                        <a:t>82</a:t>
                      </a:r>
                      <a:endParaRPr lang="ko-KR" altLang="en-US" noProof="0" dirty="0">
                        <a:latin typeface="malgun gothic" panose="020B0503020000020004" pitchFamily="50" charset="-127"/>
                        <a:ea typeface="malgun gothic" panose="020B050302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US" altLang="ko-KR" noProof="0" dirty="0">
                          <a:latin typeface="malgun gothic" panose="020B0503020000020004" pitchFamily="50" charset="-127"/>
                          <a:ea typeface="malgun gothic" panose="020B0503020000020004" pitchFamily="50" charset="-127"/>
                        </a:rPr>
                        <a:t>95</a:t>
                      </a:r>
                      <a:endParaRPr lang="ko-KR" altLang="en-US" noProof="0" dirty="0">
                        <a:latin typeface="malgun gothic" panose="020B0503020000020004" pitchFamily="50" charset="-127"/>
                        <a:ea typeface="malgun gothic" panose="020B0503020000020004" pitchFamily="50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 rtl="0"/>
                      <a:r>
                        <a:rPr lang="en-US" altLang="ko-KR" noProof="0" dirty="0">
                          <a:latin typeface="malgun gothic" panose="020B0503020000020004" pitchFamily="50" charset="-127"/>
                          <a:ea typeface="malgun gothic" panose="020B0503020000020004" pitchFamily="50" charset="-127"/>
                        </a:rPr>
                        <a:t>2</a:t>
                      </a:r>
                      <a:r>
                        <a:rPr lang="ko-KR" altLang="en-US" noProof="0" dirty="0">
                          <a:latin typeface="malgun gothic" panose="020B0503020000020004" pitchFamily="50" charset="-127"/>
                          <a:ea typeface="malgun gothic" panose="020B0503020000020004" pitchFamily="50" charset="-127"/>
                        </a:rPr>
                        <a:t>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US" altLang="ko-KR" noProof="0" dirty="0">
                          <a:latin typeface="malgun gothic" panose="020B0503020000020004" pitchFamily="50" charset="-127"/>
                          <a:ea typeface="malgun gothic" panose="020B0503020000020004" pitchFamily="50" charset="-127"/>
                        </a:rPr>
                        <a:t>76</a:t>
                      </a:r>
                      <a:endParaRPr lang="ko-KR" altLang="en-US" noProof="0" dirty="0">
                        <a:latin typeface="malgun gothic" panose="020B0503020000020004" pitchFamily="50" charset="-127"/>
                        <a:ea typeface="malgun gothic" panose="020B050302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US" altLang="ko-KR" noProof="0" dirty="0">
                          <a:latin typeface="malgun gothic" panose="020B0503020000020004" pitchFamily="50" charset="-127"/>
                          <a:ea typeface="malgun gothic" panose="020B0503020000020004" pitchFamily="50" charset="-127"/>
                        </a:rPr>
                        <a:t>88</a:t>
                      </a:r>
                      <a:endParaRPr lang="ko-KR" altLang="en-US" noProof="0" dirty="0">
                        <a:latin typeface="malgun gothic" panose="020B0503020000020004" pitchFamily="50" charset="-127"/>
                        <a:ea typeface="malgun gothic" panose="020B0503020000020004" pitchFamily="50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 rtl="0"/>
                      <a:r>
                        <a:rPr lang="en-US" altLang="ko-KR" noProof="0" dirty="0">
                          <a:latin typeface="malgun gothic" panose="020B0503020000020004" pitchFamily="50" charset="-127"/>
                          <a:ea typeface="malgun gothic" panose="020B0503020000020004" pitchFamily="50" charset="-127"/>
                        </a:rPr>
                        <a:t>3</a:t>
                      </a:r>
                      <a:r>
                        <a:rPr lang="ko-KR" altLang="en-US" noProof="0" dirty="0">
                          <a:latin typeface="malgun gothic" panose="020B0503020000020004" pitchFamily="50" charset="-127"/>
                          <a:ea typeface="malgun gothic" panose="020B0503020000020004" pitchFamily="50" charset="-127"/>
                        </a:rPr>
                        <a:t>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US" altLang="ko-KR" noProof="0" dirty="0">
                          <a:latin typeface="malgun gothic" panose="020B0503020000020004" pitchFamily="50" charset="-127"/>
                          <a:ea typeface="malgun gothic" panose="020B0503020000020004" pitchFamily="50" charset="-127"/>
                        </a:rPr>
                        <a:t>84</a:t>
                      </a:r>
                      <a:endParaRPr lang="ko-KR" altLang="en-US" noProof="0" dirty="0">
                        <a:latin typeface="malgun gothic" panose="020B0503020000020004" pitchFamily="50" charset="-127"/>
                        <a:ea typeface="malgun gothic" panose="020B050302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US" altLang="ko-KR" noProof="0" dirty="0">
                          <a:latin typeface="malgun gothic" panose="020B0503020000020004" pitchFamily="50" charset="-127"/>
                          <a:ea typeface="malgun gothic" panose="020B0503020000020004" pitchFamily="50" charset="-127"/>
                        </a:rPr>
                        <a:t>90</a:t>
                      </a:r>
                      <a:endParaRPr lang="ko-KR" altLang="en-US" noProof="0" dirty="0">
                        <a:latin typeface="malgun gothic" panose="020B0503020000020004" pitchFamily="50" charset="-127"/>
                        <a:ea typeface="malgun gothic" panose="020B0503020000020004" pitchFamily="50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069882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제목 12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n-US" altLang="ko-KR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SmartArt</a:t>
            </a:r>
            <a:r>
              <a:rPr lang="ko-KR" altLang="en-US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가 있는 제목 및 내용 레이아웃</a:t>
            </a:r>
          </a:p>
        </p:txBody>
      </p:sp>
      <p:graphicFrame>
        <p:nvGraphicFramePr>
          <p:cNvPr id="3" name="내용 개체 틀 2" descr="교대 흐름형" title="SmartArt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1711553"/>
              </p:ext>
            </p:extLst>
          </p:nvPr>
        </p:nvGraphicFramePr>
        <p:xfrm>
          <a:off x="1522413" y="1905000"/>
          <a:ext cx="9134475" cy="4114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4622380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endParaRPr lang="ko-KR" altLang="en-US" dirty="0"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 dirty="0"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781601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endParaRPr lang="ko-KR" altLang="en-US" dirty="0"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905066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357223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endParaRPr lang="ko-KR" altLang="en-US" dirty="0"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 rtlCol="0"/>
          <a:lstStyle/>
          <a:p>
            <a:pPr rtl="0"/>
            <a:endParaRPr lang="ko-KR" altLang="en-US" dirty="0"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/>
        <p:txBody>
          <a:bodyPr rtlCol="0"/>
          <a:lstStyle/>
          <a:p>
            <a:pPr rtl="0"/>
            <a:endParaRPr lang="ko-KR" altLang="en-US" dirty="0"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6046305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그림 개체 틀 1"/>
          <p:cNvSpPr>
            <a:spLocks noGrp="1"/>
          </p:cNvSpPr>
          <p:nvPr>
            <p:ph type="pic" idx="1"/>
          </p:nvPr>
        </p:nvSpPr>
        <p:spPr/>
      </p:sp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endParaRPr lang="ko-KR" altLang="en-US" dirty="0"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/>
        <p:txBody>
          <a:bodyPr rtlCol="0"/>
          <a:lstStyle/>
          <a:p>
            <a:pPr rtl="0"/>
            <a:endParaRPr lang="ko-KR" altLang="en-US" dirty="0"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085069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PROJECT_OPEN" val="0"/>
</p:tagLst>
</file>

<file path=ppt/theme/theme1.xml><?xml version="1.0" encoding="utf-8"?>
<a:theme xmlns:a="http://schemas.openxmlformats.org/drawingml/2006/main" name="디지털 블루 터널 16x9">
  <a:themeElements>
    <a:clrScheme name="Digital Blue Tunnel">
      <a:dk1>
        <a:srgbClr val="000000"/>
      </a:dk1>
      <a:lt1>
        <a:sysClr val="window" lastClr="FFFFFF"/>
      </a:lt1>
      <a:dk2>
        <a:srgbClr val="001027"/>
      </a:dk2>
      <a:lt2>
        <a:srgbClr val="C1EBF7"/>
      </a:lt2>
      <a:accent1>
        <a:srgbClr val="56C5FF"/>
      </a:accent1>
      <a:accent2>
        <a:srgbClr val="4BB836"/>
      </a:accent2>
      <a:accent3>
        <a:srgbClr val="F8B004"/>
      </a:accent3>
      <a:accent4>
        <a:srgbClr val="972ACD"/>
      </a:accent4>
      <a:accent5>
        <a:srgbClr val="F86E24"/>
      </a:accent5>
      <a:accent6>
        <a:srgbClr val="DB30C7"/>
      </a:accent6>
      <a:hlink>
        <a:srgbClr val="F8B004"/>
      </a:hlink>
      <a:folHlink>
        <a:srgbClr val="969696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9411888_TF02895261_TF02895261.potx" id="{CB703ADA-4020-4533-B4A6-C21C09E7A272}" vid="{1ECFAB70-D429-474F-8B69-CF255C8DA589}"/>
    </a:ext>
  </a:extLst>
</a:theme>
</file>

<file path=ppt/theme/theme2.xml><?xml version="1.0" encoding="utf-8"?>
<a:theme xmlns:a="http://schemas.openxmlformats.org/drawingml/2006/main" name="Office 테마">
  <a:themeElements>
    <a:clrScheme name="Digital Blue Tunnel">
      <a:dk1>
        <a:srgbClr val="000000"/>
      </a:dk1>
      <a:lt1>
        <a:sysClr val="window" lastClr="FFFFFF"/>
      </a:lt1>
      <a:dk2>
        <a:srgbClr val="001027"/>
      </a:dk2>
      <a:lt2>
        <a:srgbClr val="C1EBF7"/>
      </a:lt2>
      <a:accent1>
        <a:srgbClr val="56C5FF"/>
      </a:accent1>
      <a:accent2>
        <a:srgbClr val="4BB836"/>
      </a:accent2>
      <a:accent3>
        <a:srgbClr val="F8B004"/>
      </a:accent3>
      <a:accent4>
        <a:srgbClr val="972ACD"/>
      </a:accent4>
      <a:accent5>
        <a:srgbClr val="F86E24"/>
      </a:accent5>
      <a:accent6>
        <a:srgbClr val="DB30C7"/>
      </a:accent6>
      <a:hlink>
        <a:srgbClr val="F8B004"/>
      </a:hlink>
      <a:folHlink>
        <a:srgbClr val="969696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Digital Blue Tunnel">
      <a:dk1>
        <a:srgbClr val="000000"/>
      </a:dk1>
      <a:lt1>
        <a:sysClr val="window" lastClr="FFFFFF"/>
      </a:lt1>
      <a:dk2>
        <a:srgbClr val="001027"/>
      </a:dk2>
      <a:lt2>
        <a:srgbClr val="C1EBF7"/>
      </a:lt2>
      <a:accent1>
        <a:srgbClr val="56C5FF"/>
      </a:accent1>
      <a:accent2>
        <a:srgbClr val="4BB836"/>
      </a:accent2>
      <a:accent3>
        <a:srgbClr val="F8B004"/>
      </a:accent3>
      <a:accent4>
        <a:srgbClr val="972ACD"/>
      </a:accent4>
      <a:accent5>
        <a:srgbClr val="F86E24"/>
      </a:accent5>
      <a:accent6>
        <a:srgbClr val="DB30C7"/>
      </a:accent6>
      <a:hlink>
        <a:srgbClr val="F8B004"/>
      </a:hlink>
      <a:folHlink>
        <a:srgbClr val="969696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TemplateFile" ma:contentTypeID="0x0101006EDDDB5EE6D98C44930B742096920B300400F5B6D36B3EF94B4E9A635CDF2A18F5B8" ma:contentTypeVersion="72" ma:contentTypeDescription="Create a new document." ma:contentTypeScope="" ma:versionID="a23e56308344d904b51738559c3d67c9">
  <xsd:schema xmlns:xsd="http://www.w3.org/2001/XMLSchema" xmlns:xs="http://www.w3.org/2001/XMLSchema" xmlns:p="http://schemas.microsoft.com/office/2006/metadata/properties" xmlns:ns2="4873beb7-5857-4685-be1f-d57550cc96cc" targetNamespace="http://schemas.microsoft.com/office/2006/metadata/properties" ma:root="true" ma:fieldsID="cd0908cc4600e77bf5da051303e00c8d" ns2:_="">
    <xsd:import namespace="4873beb7-5857-4685-be1f-d57550cc96cc"/>
    <xsd:element name="properties">
      <xsd:complexType>
        <xsd:sequence>
          <xsd:element name="documentManagement">
            <xsd:complexType>
              <xsd:all>
                <xsd:element ref="ns2:AcquiredFrom" minOccurs="0"/>
                <xsd:element ref="ns2:UACurrentWords" minOccurs="0"/>
                <xsd:element ref="ns2:TPApplication" minOccurs="0"/>
                <xsd:element ref="ns2:ApprovalLog" minOccurs="0"/>
                <xsd:element ref="ns2:ApprovalStatus" minOccurs="0"/>
                <xsd:element ref="ns2:AssetStart" minOccurs="0"/>
                <xsd:element ref="ns2:AssetExpire" minOccurs="0"/>
                <xsd:element ref="ns2:AssetId" minOccurs="0"/>
                <xsd:element ref="ns2:IsSearchable" minOccurs="0"/>
                <xsd:element ref="ns2:AssetType" minOccurs="0"/>
                <xsd:element ref="ns2:APAuthor" minOccurs="0"/>
                <xsd:element ref="ns2:AverageRating" minOccurs="0"/>
                <xsd:element ref="ns2:BlockPublish" minOccurs="0"/>
                <xsd:element ref="ns2:BugNumber" minOccurs="0"/>
                <xsd:element ref="ns2:CampaignTagsTaxHTField0" minOccurs="0"/>
                <xsd:element ref="ns2:TPClientViewer" minOccurs="0"/>
                <xsd:element ref="ns2:ClipArtFilename" minOccurs="0"/>
                <xsd:element ref="ns2:TPCommandLine" minOccurs="0"/>
                <xsd:element ref="ns2:TPComponent" minOccurs="0"/>
                <xsd:element ref="ns2:ContentItem" minOccurs="0"/>
                <xsd:element ref="ns2:CrawlForDependencies" minOccurs="0"/>
                <xsd:element ref="ns2:CSXHash" minOccurs="0"/>
                <xsd:element ref="ns2:CSXSubmissionMarket" minOccurs="0"/>
                <xsd:element ref="ns2:CSXUpdate" minOccurs="0"/>
                <xsd:element ref="ns2:IntlLangReviewDate" minOccurs="0"/>
                <xsd:element ref="ns2:IsDeleted" minOccurs="0"/>
                <xsd:element ref="ns2:APDescription" minOccurs="0"/>
                <xsd:element ref="ns2:DirectSourceMarket" minOccurs="0"/>
                <xsd:element ref="ns2:Downloads" minOccurs="0"/>
                <xsd:element ref="ns2:DSATActionTaken" minOccurs="0"/>
                <xsd:element ref="ns2:APEditor" minOccurs="0"/>
                <xsd:element ref="ns2:EditorialStatus" minOccurs="0"/>
                <xsd:element ref="ns2:EditorialTags" minOccurs="0"/>
                <xsd:element ref="ns2:TPExecutable" minOccurs="0"/>
                <xsd:element ref="ns2:FeatureTagsTaxHTField0" minOccurs="0"/>
                <xsd:element ref="ns2:TPFriendlyName" minOccurs="0"/>
                <xsd:element ref="ns2:FriendlyTitle" minOccurs="0"/>
                <xsd:element ref="ns2:PrimaryImageGen" minOccurs="0"/>
                <xsd:element ref="ns2:HandoffToMSDN" minOccurs="0"/>
                <xsd:element ref="ns2:InProjectListLookup" minOccurs="0"/>
                <xsd:element ref="ns2:TPInstallLocation" minOccurs="0"/>
                <xsd:element ref="ns2:InternalTagsTaxHTField0" minOccurs="0"/>
                <xsd:element ref="ns2:IntlLangReview" minOccurs="0"/>
                <xsd:element ref="ns2:IntlLangReviewer" minOccurs="0"/>
                <xsd:element ref="ns2:MarketSpecific" minOccurs="0"/>
                <xsd:element ref="ns2:LastCompleteVersionLookup" minOccurs="0"/>
                <xsd:element ref="ns2:LastHandOff" minOccurs="0"/>
                <xsd:element ref="ns2:LastModifiedDateTime" minOccurs="0"/>
                <xsd:element ref="ns2:LastPreviewErrorLookup" minOccurs="0"/>
                <xsd:element ref="ns2:LastPreviewResultLookup" minOccurs="0"/>
                <xsd:element ref="ns2:LastPreviewAttemptDateLookup" minOccurs="0"/>
                <xsd:element ref="ns2:LastPreviewedByLookup" minOccurs="0"/>
                <xsd:element ref="ns2:LastPreviewTimeLookup" minOccurs="0"/>
                <xsd:element ref="ns2:LastPreviewVersionLookup" minOccurs="0"/>
                <xsd:element ref="ns2:LastPublishErrorLookup" minOccurs="0"/>
                <xsd:element ref="ns2:LastPublishResultLookup" minOccurs="0"/>
                <xsd:element ref="ns2:LastPublishAttemptDateLookup" minOccurs="0"/>
                <xsd:element ref="ns2:LastPublishedByLookup" minOccurs="0"/>
                <xsd:element ref="ns2:LastPublishTimeLookup" minOccurs="0"/>
                <xsd:element ref="ns2:LastPublishVersionLookup" minOccurs="0"/>
                <xsd:element ref="ns2:TPLaunchHelpLinkType" minOccurs="0"/>
                <xsd:element ref="ns2:LegacyData" minOccurs="0"/>
                <xsd:element ref="ns2:TPLaunchHelpLink" minOccurs="0"/>
                <xsd:element ref="ns2:LocComments" minOccurs="0"/>
                <xsd:element ref="ns2:LocLastLocAttemptVersionLookup" minOccurs="0"/>
                <xsd:element ref="ns2:LocLastLocAttemptVersionTypeLookup" minOccurs="0"/>
                <xsd:element ref="ns2:LocManualTestRequired" minOccurs="0"/>
                <xsd:element ref="ns2:LocMarketGroupTiers2" minOccurs="0"/>
                <xsd:element ref="ns2:LocNewPublishedVersionLookup" minOccurs="0"/>
                <xsd:element ref="ns2:LocOverallHandbackStatusLookup" minOccurs="0"/>
                <xsd:element ref="ns2:LocOverallLocStatusLookup" minOccurs="0"/>
                <xsd:element ref="ns2:LocOverallPreviewStatusLookup" minOccurs="0"/>
                <xsd:element ref="ns2:LocOverallPublishStatusLookup" minOccurs="0"/>
                <xsd:element ref="ns2:IntlLocPriority" minOccurs="0"/>
                <xsd:element ref="ns2:LocProcessedForHandoffsLookup" minOccurs="0"/>
                <xsd:element ref="ns2:LocProcessedForMarketsLookup" minOccurs="0"/>
                <xsd:element ref="ns2:LocPublishedDependentAssetsLookup" minOccurs="0"/>
                <xsd:element ref="ns2:LocPublishedLinkedAssetsLookup" minOccurs="0"/>
                <xsd:element ref="ns2:LocRecommendedHandoff" minOccurs="0"/>
                <xsd:element ref="ns2:LocalizationTagsTaxHTField0" minOccurs="0"/>
                <xsd:element ref="ns2:MachineTranslated" minOccurs="0"/>
                <xsd:element ref="ns2:Manager" minOccurs="0"/>
                <xsd:element ref="ns2:Markets" minOccurs="0"/>
                <xsd:element ref="ns2:Milestone" minOccurs="0"/>
                <xsd:element ref="ns2:TPNamespace" minOccurs="0"/>
                <xsd:element ref="ns2:NumericId" minOccurs="0"/>
                <xsd:element ref="ns2:NumOfRatingsLookup" minOccurs="0"/>
                <xsd:element ref="ns2:OOCacheId" minOccurs="0"/>
                <xsd:element ref="ns2:OpenTemplate" minOccurs="0"/>
                <xsd:element ref="ns2:OriginAsset" minOccurs="0"/>
                <xsd:element ref="ns2:OriginalRelease" minOccurs="0"/>
                <xsd:element ref="ns2:OriginalSourceMarket" minOccurs="0"/>
                <xsd:element ref="ns2:OutputCachingOn" minOccurs="0"/>
                <xsd:element ref="ns2:ParentAssetId" minOccurs="0"/>
                <xsd:element ref="ns2:PlannedPubDate" minOccurs="0"/>
                <xsd:element ref="ns2:PolicheckWords" minOccurs="0"/>
                <xsd:element ref="ns2:BusinessGroup" minOccurs="0"/>
                <xsd:element ref="ns2:UAProjectedTotalWords" minOccurs="0"/>
                <xsd:element ref="ns2:Provider" minOccurs="0"/>
                <xsd:element ref="ns2:Providers" minOccurs="0"/>
                <xsd:element ref="ns2:PublishStatusLookup" minOccurs="0"/>
                <xsd:element ref="ns2:PublishTargets" minOccurs="0"/>
                <xsd:element ref="ns2:RecommendationsModifier" minOccurs="0"/>
                <xsd:element ref="ns2:ArtSampleDocs" minOccurs="0"/>
                <xsd:element ref="ns2:ScenarioTagsTaxHTField0" minOccurs="0"/>
                <xsd:element ref="ns2:ShowIn" minOccurs="0"/>
                <xsd:element ref="ns2:SourceTitle" minOccurs="0"/>
                <xsd:element ref="ns2:CSXSubmissionDate" minOccurs="0"/>
                <xsd:element ref="ns2:SubmitterId" minOccurs="0"/>
                <xsd:element ref="ns2:TaxCatchAll" minOccurs="0"/>
                <xsd:element ref="ns2:TaxCatchAllLabel" minOccurs="0"/>
                <xsd:element ref="ns2:TemplateStatus" minOccurs="0"/>
                <xsd:element ref="ns2:TemplateTemplateType" minOccurs="0"/>
                <xsd:element ref="ns2:ThumbnailAssetId" minOccurs="0"/>
                <xsd:element ref="ns2:TimesCloned" minOccurs="0"/>
                <xsd:element ref="ns2:TrustLevel" minOccurs="0"/>
                <xsd:element ref="ns2:UALocComments" minOccurs="0"/>
                <xsd:element ref="ns2:UALocRecommendation" minOccurs="0"/>
                <xsd:element ref="ns2:UANotes" minOccurs="0"/>
                <xsd:element ref="ns2:TPAppVersion" minOccurs="0"/>
                <xsd:element ref="ns2:VoteCount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873beb7-5857-4685-be1f-d57550cc96cc" elementFormDefault="qualified">
    <xsd:import namespace="http://schemas.microsoft.com/office/2006/documentManagement/types"/>
    <xsd:import namespace="http://schemas.microsoft.com/office/infopath/2007/PartnerControls"/>
    <xsd:element name="AcquiredFrom" ma:index="1" nillable="true" ma:displayName="Acquired From" ma:default="Internal MS" ma:internalName="AcquiredFrom" ma:readOnly="false">
      <xsd:simpleType>
        <xsd:restriction base="dms:Choice">
          <xsd:enumeration value="Internal MS"/>
          <xsd:enumeration value="Community"/>
          <xsd:enumeration value="MVP"/>
          <xsd:enumeration value="Publisher"/>
          <xsd:enumeration value="Partner"/>
          <xsd:enumeration value="None"/>
        </xsd:restriction>
      </xsd:simpleType>
    </xsd:element>
    <xsd:element name="UACurrentWords" ma:index="2" nillable="true" ma:displayName="Actual Word Count" ma:default="" ma:internalName="UACurrentWords" ma:readOnly="false">
      <xsd:simpleType>
        <xsd:restriction base="dms:Unknown"/>
      </xsd:simpleType>
    </xsd:element>
    <xsd:element name="TPApplication" ma:index="3" nillable="true" ma:displayName="Application to Open Template With" ma:default="" ma:internalName="TPApplication">
      <xsd:simpleType>
        <xsd:restriction base="dms:Text"/>
      </xsd:simpleType>
    </xsd:element>
    <xsd:element name="ApprovalLog" ma:index="4" nillable="true" ma:displayName="Approval Log" ma:default="" ma:hidden="true" ma:internalName="ApprovalLog" ma:readOnly="false">
      <xsd:simpleType>
        <xsd:restriction base="dms:Note"/>
      </xsd:simpleType>
    </xsd:element>
    <xsd:element name="ApprovalStatus" ma:index="5" nillable="true" ma:displayName="Approval Status" ma:default="InProgress" ma:internalName="ApprovalStatus" ma:readOnly="false">
      <xsd:simpleType>
        <xsd:restriction base="dms:Choice">
          <xsd:enumeration value="InProgress"/>
          <xsd:enumeration value="Rejected"/>
          <xsd:enumeration value="Questionable"/>
          <xsd:enumeration value="ApprovedAutomatic"/>
          <xsd:enumeration value="ApprovedManual"/>
          <xsd:enumeration value="On Hold"/>
          <xsd:enumeration value="Needs Review"/>
          <xsd:enumeration value="A Violation"/>
          <xsd:enumeration value="Unpublished Violation"/>
        </xsd:restriction>
      </xsd:simpleType>
    </xsd:element>
    <xsd:element name="AssetStart" ma:index="6" nillable="true" ma:displayName="Asset Begin Date" ma:default="[Today]" ma:internalName="AssetStart" ma:readOnly="false">
      <xsd:simpleType>
        <xsd:restriction base="dms:DateTime"/>
      </xsd:simpleType>
    </xsd:element>
    <xsd:element name="AssetExpire" ma:index="7" nillable="true" ma:displayName="Asset End Date" ma:default="2029-01-01T08:00:00Z" ma:format="DateTime" ma:internalName="AssetExpire" ma:readOnly="false">
      <xsd:simpleType>
        <xsd:restriction base="dms:DateTime"/>
      </xsd:simpleType>
    </xsd:element>
    <xsd:element name="AssetId" ma:index="8" nillable="true" ma:displayName="Asset ID" ma:default="" ma:indexed="true" ma:internalName="AssetId" ma:readOnly="false">
      <xsd:simpleType>
        <xsd:restriction base="dms:Text">
          <xsd:maxLength value="255"/>
        </xsd:restriction>
      </xsd:simpleType>
    </xsd:element>
    <xsd:element name="IsSearchable" ma:index="9" nillable="true" ma:displayName="Asset Searchable?" ma:default="true" ma:internalName="IsSearchable" ma:readOnly="false">
      <xsd:simpleType>
        <xsd:restriction base="dms:Boolean"/>
      </xsd:simpleType>
    </xsd:element>
    <xsd:element name="AssetType" ma:index="10" nillable="true" ma:displayName="Asset Type" ma:default="" ma:internalName="AssetType" ma:readOnly="false">
      <xsd:simpleType>
        <xsd:restriction base="dms:Unknown"/>
      </xsd:simpleType>
    </xsd:element>
    <xsd:element name="APAuthor" ma:index="11" nillable="true" ma:displayName="Author" ma:default="" ma:list="UserInfo" ma:internalName="APAuthor" ma:readOnly="fals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AverageRating" ma:index="12" nillable="true" ma:displayName="Average Rating" ma:internalName="AverageRating" ma:readOnly="false">
      <xsd:simpleType>
        <xsd:restriction base="dms:Text"/>
      </xsd:simpleType>
    </xsd:element>
    <xsd:element name="BlockPublish" ma:index="13" nillable="true" ma:displayName="Block from Publishing?" ma:default="" ma:internalName="BlockPublish" ma:readOnly="false">
      <xsd:simpleType>
        <xsd:restriction base="dms:Boolean"/>
      </xsd:simpleType>
    </xsd:element>
    <xsd:element name="BugNumber" ma:index="14" nillable="true" ma:displayName="Bug Number" ma:default="" ma:internalName="BugNumber" ma:readOnly="false">
      <xsd:simpleType>
        <xsd:restriction base="dms:Text"/>
      </xsd:simpleType>
    </xsd:element>
    <xsd:element name="CampaignTagsTaxHTField0" ma:index="16" nillable="true" ma:taxonomy="true" ma:internalName="CampaignTagsTaxHTField0" ma:taxonomyFieldName="CampaignTags" ma:displayName="Campaigns" ma:readOnly="false" ma:default="" ma:fieldId="{1df42cc3-2301-4f11-a52a-6ead923c29ed}" ma:taxonomyMulti="true" ma:sspId="8f79753a-75d3-41f5-8ca3-40b843941b4f" ma:termSetId="ca0e50d4-faa1-44ce-961e-bb1441c60e66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PClientViewer" ma:index="17" nillable="true" ma:displayName="Client Viewer" ma:default="" ma:internalName="TPClientViewer">
      <xsd:simpleType>
        <xsd:restriction base="dms:Text"/>
      </xsd:simpleType>
    </xsd:element>
    <xsd:element name="ClipArtFilename" ma:index="18" nillable="true" ma:displayName="Clip Art Name" ma:default="" ma:internalName="ClipArtFilename" ma:readOnly="false">
      <xsd:simpleType>
        <xsd:restriction base="dms:Text"/>
      </xsd:simpleType>
    </xsd:element>
    <xsd:element name="TPCommandLine" ma:index="19" nillable="true" ma:displayName="Command Line" ma:default="" ma:internalName="TPCommandLine">
      <xsd:simpleType>
        <xsd:restriction base="dms:Text"/>
      </xsd:simpleType>
    </xsd:element>
    <xsd:element name="TPComponent" ma:index="20" nillable="true" ma:displayName="Component" ma:default="" ma:internalName="TPComponent">
      <xsd:simpleType>
        <xsd:restriction base="dms:Text"/>
      </xsd:simpleType>
    </xsd:element>
    <xsd:element name="ContentItem" ma:index="21" nillable="true" ma:displayName="Content Item" ma:default="" ma:hidden="true" ma:internalName="ContentItem" ma:readOnly="false">
      <xsd:simpleType>
        <xsd:restriction base="dms:Unknown"/>
      </xsd:simpleType>
    </xsd:element>
    <xsd:element name="CrawlForDependencies" ma:index="23" nillable="true" ma:displayName="Crawl for Dependencies?" ma:default="true" ma:internalName="CrawlForDependencies" ma:readOnly="false">
      <xsd:simpleType>
        <xsd:restriction base="dms:Boolean"/>
      </xsd:simpleType>
    </xsd:element>
    <xsd:element name="CSXHash" ma:index="26" nillable="true" ma:displayName="CSX Hash" ma:default="" ma:indexed="true" ma:internalName="CSXHash" ma:readOnly="false">
      <xsd:simpleType>
        <xsd:restriction base="dms:Text"/>
      </xsd:simpleType>
    </xsd:element>
    <xsd:element name="CSXSubmissionMarket" ma:index="27" nillable="true" ma:displayName="CSX Submission Market" ma:default="" ma:list="{2FBD1B11-2ACE-4FDC-B5A3-635D4ADF6F1B}" ma:internalName="CSXSubmissionMarket" ma:readOnly="false" ma:showField="MarketName" ma:web="4873beb7-5857-4685-be1f-d57550cc96cc">
      <xsd:simpleType>
        <xsd:restriction base="dms:Lookup"/>
      </xsd:simpleType>
    </xsd:element>
    <xsd:element name="CSXUpdate" ma:index="28" nillable="true" ma:displayName="CSX Updated?" ma:default="false" ma:internalName="CSXUpdate" ma:readOnly="false">
      <xsd:simpleType>
        <xsd:restriction base="dms:Boolean"/>
      </xsd:simpleType>
    </xsd:element>
    <xsd:element name="IntlLangReviewDate" ma:index="29" nillable="true" ma:displayName="Date to Complete Intl QA" ma:default="" ma:internalName="IntlLangReviewDate" ma:readOnly="false">
      <xsd:simpleType>
        <xsd:restriction base="dms:DateTime"/>
      </xsd:simpleType>
    </xsd:element>
    <xsd:element name="IsDeleted" ma:index="30" nillable="true" ma:displayName="Deleted?" ma:default="" ma:internalName="IsDeleted" ma:readOnly="false">
      <xsd:simpleType>
        <xsd:restriction base="dms:Boolean"/>
      </xsd:simpleType>
    </xsd:element>
    <xsd:element name="APDescription" ma:index="31" nillable="true" ma:displayName="Description" ma:default="" ma:internalName="APDescription" ma:readOnly="false">
      <xsd:simpleType>
        <xsd:restriction base="dms:Note"/>
      </xsd:simpleType>
    </xsd:element>
    <xsd:element name="DirectSourceMarket" ma:index="32" nillable="true" ma:displayName="Direct Source Market Group" ma:default="" ma:internalName="DirectSourceMarket" ma:readOnly="false">
      <xsd:simpleType>
        <xsd:restriction base="dms:Text"/>
      </xsd:simpleType>
    </xsd:element>
    <xsd:element name="Downloads" ma:index="33" nillable="true" ma:displayName="Downloads" ma:default="0" ma:hidden="true" ma:internalName="Downloads" ma:readOnly="false">
      <xsd:simpleType>
        <xsd:restriction base="dms:Unknown"/>
      </xsd:simpleType>
    </xsd:element>
    <xsd:element name="DSATActionTaken" ma:index="34" nillable="true" ma:displayName="DSAT Action Taken" ma:default="" ma:internalName="DSATActionTaken" ma:readOnly="false">
      <xsd:simpleType>
        <xsd:restriction base="dms:Choice">
          <xsd:enumeration value="Best Bets"/>
          <xsd:enumeration value="Expire"/>
          <xsd:enumeration value="Hide"/>
          <xsd:enumeration value="None"/>
        </xsd:restriction>
      </xsd:simpleType>
    </xsd:element>
    <xsd:element name="APEditor" ma:index="35" nillable="true" ma:displayName="Editor" ma:default="" ma:list="UserInfo" ma:internalName="APEditor" ma:readOnly="fals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EditorialStatus" ma:index="36" nillable="true" ma:displayName="Editorial Status" ma:default="" ma:internalName="EditorialStatus" ma:readOnly="false">
      <xsd:simpleType>
        <xsd:restriction base="dms:Unknown"/>
      </xsd:simpleType>
    </xsd:element>
    <xsd:element name="EditorialTags" ma:index="37" nillable="true" ma:displayName="Editorial Tags" ma:default="" ma:internalName="EditorialTags">
      <xsd:simpleType>
        <xsd:restriction base="dms:Unknown"/>
      </xsd:simpleType>
    </xsd:element>
    <xsd:element name="TPExecutable" ma:index="38" nillable="true" ma:displayName="Executable" ma:default="" ma:internalName="TPExecutable">
      <xsd:simpleType>
        <xsd:restriction base="dms:Text"/>
      </xsd:simpleType>
    </xsd:element>
    <xsd:element name="FeatureTagsTaxHTField0" ma:index="40" nillable="true" ma:taxonomy="true" ma:internalName="FeatureTagsTaxHTField0" ma:taxonomyFieldName="FeatureTags" ma:displayName="Features" ma:readOnly="false" ma:default="" ma:fieldId="{7fc0d542-15c6-4882-a8e3-13bca44403fb}" ma:taxonomyMulti="true" ma:sspId="8f79753a-75d3-41f5-8ca3-40b843941b4f" ma:termSetId="f1ab6845-967d-4854-a0ba-4ec07f0f8113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PFriendlyName" ma:index="41" nillable="true" ma:displayName="Friendly Name" ma:default="" ma:internalName="TPFriendlyName">
      <xsd:simpleType>
        <xsd:restriction base="dms:Text"/>
      </xsd:simpleType>
    </xsd:element>
    <xsd:element name="FriendlyTitle" ma:index="42" nillable="true" ma:displayName="Friendly Title" ma:default="" ma:description="Shorter title to be used when displaying search results" ma:internalName="FriendlyTitle" ma:readOnly="false">
      <xsd:simpleType>
        <xsd:restriction base="dms:Text"/>
      </xsd:simpleType>
    </xsd:element>
    <xsd:element name="PrimaryImageGen" ma:index="43" nillable="true" ma:displayName="Generate Images?" ma:default="true" ma:internalName="PrimaryImageGen">
      <xsd:simpleType>
        <xsd:restriction base="dms:Boolean"/>
      </xsd:simpleType>
    </xsd:element>
    <xsd:element name="HandoffToMSDN" ma:index="44" nillable="true" ma:displayName="Handoff To MSDN Date" ma:default="" ma:internalName="HandoffToMSDN" ma:readOnly="false">
      <xsd:simpleType>
        <xsd:restriction base="dms:DateTime"/>
      </xsd:simpleType>
    </xsd:element>
    <xsd:element name="InProjectListLookup" ma:index="45" nillable="true" ma:displayName="InProjectListLookup" ma:list="{9E343742-310B-4684-A24C-1D137CB4B230}" ma:internalName="InProjectListLookup" ma:readOnly="true" ma:showField="InProjectLis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PInstallLocation" ma:index="46" nillable="true" ma:displayName="Install Location" ma:default="" ma:internalName="TPInstallLocation">
      <xsd:simpleType>
        <xsd:restriction base="dms:Text"/>
      </xsd:simpleType>
    </xsd:element>
    <xsd:element name="InternalTagsTaxHTField0" ma:index="48" nillable="true" ma:taxonomy="true" ma:internalName="InternalTagsTaxHTField0" ma:taxonomyFieldName="InternalTags" ma:displayName="Internal Tags" ma:readOnly="false" ma:default="" ma:fieldId="{1490b8a4-2706-41ec-b5e3-73176dccf34e}" ma:taxonomyMulti="true" ma:sspId="8f79753a-75d3-41f5-8ca3-40b843941b4f" ma:termSetId="82b6639e-f7fc-4c18-ad2d-003a6e707765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IntlLangReview" ma:index="49" nillable="true" ma:displayName="Intl Lang QA Review Required?" ma:default="" ma:internalName="IntlLangReview" ma:readOnly="false">
      <xsd:simpleType>
        <xsd:restriction base="dms:Boolean"/>
      </xsd:simpleType>
    </xsd:element>
    <xsd:element name="IntlLangReviewer" ma:index="50" nillable="true" ma:displayName="Intl Lang QA Reviewer" ma:default="" ma:internalName="IntlLangReviewer" ma:readOnly="false">
      <xsd:simpleType>
        <xsd:restriction base="dms:Text"/>
      </xsd:simpleType>
    </xsd:element>
    <xsd:element name="MarketSpecific" ma:index="51" nillable="true" ma:displayName="Is Market Specific?" ma:default="" ma:internalName="MarketSpecific" ma:readOnly="false">
      <xsd:simpleType>
        <xsd:restriction base="dms:Boolean"/>
      </xsd:simpleType>
    </xsd:element>
    <xsd:element name="LastCompleteVersionLookup" ma:index="52" nillable="true" ma:displayName="Last Complete Version Lookup" ma:default="" ma:list="{9E343742-310B-4684-A24C-1D137CB4B230}" ma:internalName="LastCompleteVersionLookup" ma:readOnly="true" ma:showField="LastComplete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HandOff" ma:index="53" nillable="true" ma:displayName="Last Hand-off" ma:default="" ma:internalName="LastHandOff" ma:readOnly="false">
      <xsd:simpleType>
        <xsd:restriction base="dms:DateTime"/>
      </xsd:simpleType>
    </xsd:element>
    <xsd:element name="LastModifiedDateTime" ma:index="54" nillable="true" ma:displayName="Last Modified Date" ma:default="" ma:internalName="LastModifiedDateTime" ma:readOnly="false">
      <xsd:simpleType>
        <xsd:restriction base="dms:DateTime"/>
      </xsd:simpleType>
    </xsd:element>
    <xsd:element name="LastPreviewErrorLookup" ma:index="55" nillable="true" ma:displayName="Last Preview Attempt Error" ma:default="" ma:list="{9E343742-310B-4684-A24C-1D137CB4B230}" ma:internalName="LastPreviewErrorLookup" ma:readOnly="true" ma:showField="LastPreviewError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ResultLookup" ma:index="56" nillable="true" ma:displayName="Last Preview Attempt Result" ma:default="" ma:list="{9E343742-310B-4684-A24C-1D137CB4B230}" ma:internalName="LastPreviewResultLookup" ma:readOnly="true" ma:showField="LastPreviewResul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AttemptDateLookup" ma:index="57" nillable="true" ma:displayName="Last Preview Attempted On" ma:default="" ma:list="{9E343742-310B-4684-A24C-1D137CB4B230}" ma:internalName="LastPreviewAttemptDateLookup" ma:readOnly="true" ma:showField="LastPreviewAttemptDat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edByLookup" ma:index="58" nillable="true" ma:displayName="Last Previewed By" ma:default="" ma:list="{9E343742-310B-4684-A24C-1D137CB4B230}" ma:internalName="LastPreviewedByLookup" ma:readOnly="true" ma:showField="LastPreviewedBy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TimeLookup" ma:index="59" nillable="true" ma:displayName="Last Previewed Date" ma:default="" ma:list="{9E343742-310B-4684-A24C-1D137CB4B230}" ma:internalName="LastPreviewTimeLookup" ma:readOnly="true" ma:showField="LastPreviewTi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VersionLookup" ma:index="60" nillable="true" ma:displayName="Last Previewed Version" ma:default="" ma:list="{9E343742-310B-4684-A24C-1D137CB4B230}" ma:internalName="LastPreviewVersionLookup" ma:readOnly="true" ma:showField="LastPreview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ErrorLookup" ma:index="61" nillable="true" ma:displayName="Last Publish Attempt Error" ma:default="" ma:list="{9E343742-310B-4684-A24C-1D137CB4B230}" ma:internalName="LastPublishErrorLookup" ma:readOnly="true" ma:showField="LastPublishError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ResultLookup" ma:index="62" nillable="true" ma:displayName="Last Publish Attempt Result" ma:default="" ma:list="{9E343742-310B-4684-A24C-1D137CB4B230}" ma:internalName="LastPublishResultLookup" ma:readOnly="true" ma:showField="LastPublishResul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AttemptDateLookup" ma:index="63" nillable="true" ma:displayName="Last Publish Attempted On" ma:default="" ma:list="{9E343742-310B-4684-A24C-1D137CB4B230}" ma:internalName="LastPublishAttemptDateLookup" ma:readOnly="true" ma:showField="LastPublishAttemptDat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edByLookup" ma:index="64" nillable="true" ma:displayName="Last Published By" ma:default="" ma:list="{9E343742-310B-4684-A24C-1D137CB4B230}" ma:internalName="LastPublishedByLookup" ma:readOnly="true" ma:showField="LastPublishedBy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TimeLookup" ma:index="65" nillable="true" ma:displayName="Last Published Date" ma:default="" ma:list="{9E343742-310B-4684-A24C-1D137CB4B230}" ma:internalName="LastPublishTimeLookup" ma:readOnly="true" ma:showField="LastPublishTi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VersionLookup" ma:index="66" nillable="true" ma:displayName="Last Published Version" ma:default="" ma:list="{9E343742-310B-4684-A24C-1D137CB4B230}" ma:internalName="LastPublishVersionLookup" ma:readOnly="true" ma:showField="LastPublish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PLaunchHelpLinkType" ma:index="67" nillable="true" ma:displayName="Launch Help Link Type" ma:default="Template" ma:internalName="TPLaunchHelpLinkType">
      <xsd:simpleType>
        <xsd:restriction base="dms:Choice">
          <xsd:enumeration value="Template"/>
          <xsd:enumeration value="Training"/>
          <xsd:enumeration value="URL"/>
          <xsd:enumeration value="None"/>
        </xsd:restriction>
      </xsd:simpleType>
    </xsd:element>
    <xsd:element name="LegacyData" ma:index="68" nillable="true" ma:displayName="Legacy Data" ma:default="" ma:internalName="LegacyData" ma:readOnly="false">
      <xsd:simpleType>
        <xsd:restriction base="dms:Note"/>
      </xsd:simpleType>
    </xsd:element>
    <xsd:element name="TPLaunchHelpLink" ma:index="69" nillable="true" ma:displayName="Link to Launch Help Topic" ma:default="" ma:internalName="TPLaunchHelpLink">
      <xsd:simpleType>
        <xsd:restriction base="dms:Text"/>
      </xsd:simpleType>
    </xsd:element>
    <xsd:element name="LocComments" ma:index="70" nillable="true" ma:displayName="Loc Approval Comments" ma:default="" ma:internalName="LocComments" ma:readOnly="false">
      <xsd:simpleType>
        <xsd:restriction base="dms:Note"/>
      </xsd:simpleType>
    </xsd:element>
    <xsd:element name="LocLastLocAttemptVersionLookup" ma:index="71" nillable="true" ma:displayName="Loc Last Loc Attempt Version" ma:default="" ma:list="{7DD1DCEC-E449-43D3-891F-7DC62F62AD21}" ma:internalName="LocLastLocAttemptVersionLookup" ma:readOnly="false" ma:showField="LastLocAttemptVersion" ma:web="4873beb7-5857-4685-be1f-d57550cc96cc">
      <xsd:simpleType>
        <xsd:restriction base="dms:Lookup"/>
      </xsd:simpleType>
    </xsd:element>
    <xsd:element name="LocLastLocAttemptVersionTypeLookup" ma:index="72" nillable="true" ma:displayName="Loc Last Loc Attempt Version Type" ma:default="" ma:list="{7DD1DCEC-E449-43D3-891F-7DC62F62AD21}" ma:internalName="LocLastLocAttemptVersionTypeLookup" ma:readOnly="true" ma:showField="LastLocAttemptVersionType" ma:web="4873beb7-5857-4685-be1f-d57550cc96cc">
      <xsd:simpleType>
        <xsd:restriction base="dms:Lookup"/>
      </xsd:simpleType>
    </xsd:element>
    <xsd:element name="LocManualTestRequired" ma:index="73" nillable="true" ma:displayName="Loc Manual Test Required" ma:default="" ma:internalName="LocManualTestRequired" ma:readOnly="false">
      <xsd:simpleType>
        <xsd:restriction base="dms:Boolean"/>
      </xsd:simpleType>
    </xsd:element>
    <xsd:element name="LocMarketGroupTiers2" ma:index="74" nillable="true" ma:displayName="Loc Market Group Tiers" ma:internalName="LocMarketGroupTiers2" ma:readOnly="false">
      <xsd:simpleType>
        <xsd:restriction base="dms:Unknown"/>
      </xsd:simpleType>
    </xsd:element>
    <xsd:element name="LocNewPublishedVersionLookup" ma:index="75" nillable="true" ma:displayName="Loc New Published Version Lookup" ma:default="" ma:list="{7DD1DCEC-E449-43D3-891F-7DC62F62AD21}" ma:internalName="LocNewPublishedVersionLookup" ma:readOnly="true" ma:showField="NewPublishedVersion" ma:web="4873beb7-5857-4685-be1f-d57550cc96cc">
      <xsd:simpleType>
        <xsd:restriction base="dms:Lookup"/>
      </xsd:simpleType>
    </xsd:element>
    <xsd:element name="LocOverallHandbackStatusLookup" ma:index="76" nillable="true" ma:displayName="Loc Overall Handback Status" ma:default="" ma:list="{7DD1DCEC-E449-43D3-891F-7DC62F62AD21}" ma:internalName="LocOverallHandbackStatusLookup" ma:readOnly="true" ma:showField="OverallHandbackStatus" ma:web="4873beb7-5857-4685-be1f-d57550cc96cc">
      <xsd:simpleType>
        <xsd:restriction base="dms:Lookup"/>
      </xsd:simpleType>
    </xsd:element>
    <xsd:element name="LocOverallLocStatusLookup" ma:index="77" nillable="true" ma:displayName="Loc Overall Localize Status" ma:default="" ma:list="{7DD1DCEC-E449-43D3-891F-7DC62F62AD21}" ma:internalName="LocOverallLocStatusLookup" ma:readOnly="true" ma:showField="OverallLocStatus" ma:web="4873beb7-5857-4685-be1f-d57550cc96cc">
      <xsd:simpleType>
        <xsd:restriction base="dms:Lookup"/>
      </xsd:simpleType>
    </xsd:element>
    <xsd:element name="LocOverallPreviewStatusLookup" ma:index="78" nillable="true" ma:displayName="Loc Overall Preview Status" ma:default="" ma:list="{7DD1DCEC-E449-43D3-891F-7DC62F62AD21}" ma:internalName="LocOverallPreviewStatusLookup" ma:readOnly="true" ma:showField="OverallPreviewStatus" ma:web="4873beb7-5857-4685-be1f-d57550cc96cc">
      <xsd:simpleType>
        <xsd:restriction base="dms:Lookup"/>
      </xsd:simpleType>
    </xsd:element>
    <xsd:element name="LocOverallPublishStatusLookup" ma:index="79" nillable="true" ma:displayName="Loc Overall Publish Status" ma:default="" ma:list="{7DD1DCEC-E449-43D3-891F-7DC62F62AD21}" ma:internalName="LocOverallPublishStatusLookup" ma:readOnly="true" ma:showField="OverallPublishStatus" ma:web="4873beb7-5857-4685-be1f-d57550cc96cc">
      <xsd:simpleType>
        <xsd:restriction base="dms:Lookup"/>
      </xsd:simpleType>
    </xsd:element>
    <xsd:element name="IntlLocPriority" ma:index="80" nillable="true" ma:displayName="Loc Priority" ma:default="" ma:internalName="IntlLocPriority" ma:readOnly="false">
      <xsd:simpleType>
        <xsd:restriction base="dms:Unknown"/>
      </xsd:simpleType>
    </xsd:element>
    <xsd:element name="LocProcessedForHandoffsLookup" ma:index="81" nillable="true" ma:displayName="Loc Processed For Handoffs" ma:default="" ma:list="{7DD1DCEC-E449-43D3-891F-7DC62F62AD21}" ma:internalName="LocProcessedForHandoffsLookup" ma:readOnly="true" ma:showField="ProcessedForHandoffs" ma:web="4873beb7-5857-4685-be1f-d57550cc96cc">
      <xsd:simpleType>
        <xsd:restriction base="dms:Lookup"/>
      </xsd:simpleType>
    </xsd:element>
    <xsd:element name="LocProcessedForMarketsLookup" ma:index="82" nillable="true" ma:displayName="Loc Processed For Markets" ma:default="" ma:list="{7DD1DCEC-E449-43D3-891F-7DC62F62AD21}" ma:internalName="LocProcessedForMarketsLookup" ma:readOnly="true" ma:showField="ProcessedForMarkets" ma:web="4873beb7-5857-4685-be1f-d57550cc96cc">
      <xsd:simpleType>
        <xsd:restriction base="dms:Lookup"/>
      </xsd:simpleType>
    </xsd:element>
    <xsd:element name="LocPublishedDependentAssetsLookup" ma:index="83" nillable="true" ma:displayName="Loc Published Dependent Assets" ma:default="" ma:list="{7DD1DCEC-E449-43D3-891F-7DC62F62AD21}" ma:internalName="LocPublishedDependentAssetsLookup" ma:readOnly="true" ma:showField="PublishedDependentAssets" ma:web="4873beb7-5857-4685-be1f-d57550cc96cc">
      <xsd:simpleType>
        <xsd:restriction base="dms:Lookup"/>
      </xsd:simpleType>
    </xsd:element>
    <xsd:element name="LocPublishedLinkedAssetsLookup" ma:index="84" nillable="true" ma:displayName="Loc Published Linked Assets" ma:default="" ma:list="{7DD1DCEC-E449-43D3-891F-7DC62F62AD21}" ma:internalName="LocPublishedLinkedAssetsLookup" ma:readOnly="true" ma:showField="PublishedLinkedAssets" ma:web="4873beb7-5857-4685-be1f-d57550cc96cc">
      <xsd:simpleType>
        <xsd:restriction base="dms:Lookup"/>
      </xsd:simpleType>
    </xsd:element>
    <xsd:element name="LocRecommendedHandoff" ma:index="85" nillable="true" ma:displayName="Loc Recommended Handoff" ma:default="" ma:indexed="true" ma:internalName="LocRecommendedHandoff" ma:readOnly="false">
      <xsd:simpleType>
        <xsd:restriction base="dms:Text"/>
      </xsd:simpleType>
    </xsd:element>
    <xsd:element name="LocalizationTagsTaxHTField0" ma:index="87" nillable="true" ma:taxonomy="true" ma:internalName="LocalizationTagsTaxHTField0" ma:taxonomyFieldName="LocalizationTags" ma:displayName="Localization Tags" ma:readOnly="false" ma:default="" ma:fieldId="{00f02cb3-2c7c-424a-9c61-10e9b6878429}" ma:taxonomyMulti="true" ma:sspId="8f79753a-75d3-41f5-8ca3-40b843941b4f" ma:termSetId="5b7703a5-8e8b-4b58-8b31-1cea35331da3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MachineTranslated" ma:index="88" nillable="true" ma:displayName="Machine Translated" ma:default="" ma:internalName="MachineTranslated" ma:readOnly="false">
      <xsd:simpleType>
        <xsd:restriction base="dms:Boolean"/>
      </xsd:simpleType>
    </xsd:element>
    <xsd:element name="Manager" ma:index="89" nillable="true" ma:displayName="Manager" ma:hidden="true" ma:internalName="Manager" ma:readOnly="false">
      <xsd:simpleType>
        <xsd:restriction base="dms:Text"/>
      </xsd:simpleType>
    </xsd:element>
    <xsd:element name="Markets" ma:index="90" nillable="true" ma:displayName="Markets" ma:default="" ma:description="Leave blank to show in all markets" ma:list="{2FBD1B11-2ACE-4FDC-B5A3-635D4ADF6F1B}" ma:internalName="Markets" ma:readOnly="false" ma:showField="MarketNa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Milestone" ma:index="91" nillable="true" ma:displayName="Milestone" ma:default="" ma:internalName="Milestone" ma:readOnly="false">
      <xsd:simpleType>
        <xsd:restriction base="dms:Unknown"/>
      </xsd:simpleType>
    </xsd:element>
    <xsd:element name="TPNamespace" ma:index="94" nillable="true" ma:displayName="Namespace" ma:default="" ma:internalName="TPNamespace">
      <xsd:simpleType>
        <xsd:restriction base="dms:Text"/>
      </xsd:simpleType>
    </xsd:element>
    <xsd:element name="NumericId" ma:index="95" nillable="true" ma:displayName="Numeric ID" ma:default="" ma:indexed="true" ma:internalName="NumericId" ma:readOnly="false">
      <xsd:simpleType>
        <xsd:restriction base="dms:Number"/>
      </xsd:simpleType>
    </xsd:element>
    <xsd:element name="NumOfRatingsLookup" ma:index="96" nillable="true" ma:displayName="NumOfRatings" ma:default="" ma:list="{9E343742-310B-4684-A24C-1D137CB4B230}" ma:internalName="NumOfRatingsLookup" ma:readOnly="true" ma:showField="NumOfRatings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OOCacheId" ma:index="97" nillable="true" ma:displayName="OOCacheId" ma:internalName="OOCacheId" ma:readOnly="false">
      <xsd:simpleType>
        <xsd:restriction base="dms:Text"/>
      </xsd:simpleType>
    </xsd:element>
    <xsd:element name="OpenTemplate" ma:index="98" nillable="true" ma:displayName="Open Template" ma:default="true" ma:internalName="OpenTemplate">
      <xsd:simpleType>
        <xsd:restriction base="dms:Boolean"/>
      </xsd:simpleType>
    </xsd:element>
    <xsd:element name="OriginAsset" ma:index="99" nillable="true" ma:displayName="Origin Asset" ma:default="" ma:internalName="OriginAsset" ma:readOnly="false">
      <xsd:simpleType>
        <xsd:restriction base="dms:Text"/>
      </xsd:simpleType>
    </xsd:element>
    <xsd:element name="OriginalRelease" ma:index="100" nillable="true" ma:displayName="Original Release" ma:default="15" ma:internalName="OriginalRelease" ma:readOnly="false">
      <xsd:simpleType>
        <xsd:restriction base="dms:Choice">
          <xsd:enumeration value="14"/>
          <xsd:enumeration value="15"/>
          <xsd:enumeration value="16"/>
        </xsd:restriction>
      </xsd:simpleType>
    </xsd:element>
    <xsd:element name="OriginalSourceMarket" ma:index="101" nillable="true" ma:displayName="Original Source Market Group" ma:default="" ma:internalName="OriginalSourceMarket" ma:readOnly="false">
      <xsd:simpleType>
        <xsd:restriction base="dms:Text"/>
      </xsd:simpleType>
    </xsd:element>
    <xsd:element name="OutputCachingOn" ma:index="102" nillable="true" ma:displayName="Output Caching" ma:default="true" ma:hidden="true" ma:internalName="OutputCachingOn" ma:readOnly="false">
      <xsd:simpleType>
        <xsd:restriction base="dms:Boolean"/>
      </xsd:simpleType>
    </xsd:element>
    <xsd:element name="ParentAssetId" ma:index="103" nillable="true" ma:displayName="Parent Asset Id" ma:default="" ma:internalName="ParentAssetId" ma:readOnly="false">
      <xsd:simpleType>
        <xsd:restriction base="dms:Text"/>
      </xsd:simpleType>
    </xsd:element>
    <xsd:element name="PlannedPubDate" ma:index="104" nillable="true" ma:displayName="Planned Publish Date" ma:default="" ma:indexed="true" ma:internalName="PlannedPubDate" ma:readOnly="false">
      <xsd:simpleType>
        <xsd:restriction base="dms:DateTime"/>
      </xsd:simpleType>
    </xsd:element>
    <xsd:element name="PolicheckWords" ma:index="105" nillable="true" ma:displayName="Policheck Words" ma:default="" ma:internalName="PolicheckWords" ma:readOnly="false">
      <xsd:simpleType>
        <xsd:restriction base="dms:Text"/>
      </xsd:simpleType>
    </xsd:element>
    <xsd:element name="BusinessGroup" ma:index="106" nillable="true" ma:displayName="Product Division Owner" ma:default="" ma:internalName="BusinessGroup" ma:readOnly="false">
      <xsd:simpleType>
        <xsd:restriction base="dms:Unknown"/>
      </xsd:simpleType>
    </xsd:element>
    <xsd:element name="UAProjectedTotalWords" ma:index="107" nillable="true" ma:displayName="Projected Word Count" ma:default="" ma:internalName="UAProjectedTotalWords" ma:readOnly="false">
      <xsd:simpleType>
        <xsd:restriction base="dms:Unknown"/>
      </xsd:simpleType>
    </xsd:element>
    <xsd:element name="Provider" ma:index="108" nillable="true" ma:displayName="Provider" ma:default="" ma:internalName="Provider" ma:readOnly="false">
      <xsd:simpleType>
        <xsd:restriction base="dms:Unknown"/>
      </xsd:simpleType>
    </xsd:element>
    <xsd:element name="Providers" ma:index="109" nillable="true" ma:displayName="Providers" ma:default="" ma:internalName="Providers">
      <xsd:simpleType>
        <xsd:restriction base="dms:Unknown"/>
      </xsd:simpleType>
    </xsd:element>
    <xsd:element name="PublishStatusLookup" ma:index="110" nillable="true" ma:displayName="Publish Status" ma:default="" ma:list="{9E343742-310B-4684-A24C-1D137CB4B230}" ma:internalName="PublishStatusLookup" ma:readOnly="false" ma:showField="PublishStatus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PublishTargets" ma:index="111" nillable="true" ma:displayName="Publish Target" ma:default="OfficeOnlineVNext" ma:internalName="PublishTargets" ma:readOnly="false">
      <xsd:simpleType>
        <xsd:restriction base="dms:Unknown"/>
      </xsd:simpleType>
    </xsd:element>
    <xsd:element name="RecommendationsModifier" ma:index="112" nillable="true" ma:displayName="Recommendations Modifier" ma:default="" ma:internalName="RecommendationsModifier" ma:readOnly="false">
      <xsd:simpleType>
        <xsd:restriction base="dms:Number"/>
      </xsd:simpleType>
    </xsd:element>
    <xsd:element name="ArtSampleDocs" ma:index="113" nillable="true" ma:displayName="Sample Docs" ma:default="" ma:hidden="true" ma:internalName="ArtSampleDocs" ma:readOnly="false">
      <xsd:simpleType>
        <xsd:restriction base="dms:Text"/>
      </xsd:simpleType>
    </xsd:element>
    <xsd:element name="ScenarioTagsTaxHTField0" ma:index="115" nillable="true" ma:taxonomy="true" ma:internalName="ScenarioTagsTaxHTField0" ma:taxonomyFieldName="ScenarioTags" ma:displayName="Scenarios" ma:readOnly="false" ma:default="" ma:fieldId="{93aef74d-6c78-4815-8310-51477dceeccc}" ma:taxonomyMulti="true" ma:sspId="8f79753a-75d3-41f5-8ca3-40b843941b4f" ma:termSetId="4b7d5f16-e2f2-4fc0-bab3-6e8b931e57d6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ShowIn" ma:index="117" nillable="true" ma:displayName="Show In" ma:default="Show everywhere" ma:internalName="ShowIn" ma:readOnly="false">
      <xsd:simpleType>
        <xsd:restriction base="dms:Choice">
          <xsd:enumeration value="Hide on web"/>
          <xsd:enumeration value="On Web no search"/>
          <xsd:enumeration value="Show everywhere"/>
          <xsd:enumeration value="Special use only"/>
        </xsd:restriction>
      </xsd:simpleType>
    </xsd:element>
    <xsd:element name="SourceTitle" ma:index="118" nillable="true" ma:displayName="Source Title" ma:default="" ma:indexed="true" ma:internalName="SourceTitle" ma:readOnly="false">
      <xsd:simpleType>
        <xsd:restriction base="dms:Text"/>
      </xsd:simpleType>
    </xsd:element>
    <xsd:element name="CSXSubmissionDate" ma:index="119" nillable="true" ma:displayName="Submission Date" ma:default="" ma:internalName="CSXSubmissionDate" ma:readOnly="false">
      <xsd:simpleType>
        <xsd:restriction base="dms:DateTime"/>
      </xsd:simpleType>
    </xsd:element>
    <xsd:element name="SubmitterId" ma:index="120" nillable="true" ma:displayName="Submitter ID" ma:default="" ma:internalName="SubmitterId" ma:readOnly="false">
      <xsd:simpleType>
        <xsd:restriction base="dms:Text"/>
      </xsd:simpleType>
    </xsd:element>
    <xsd:element name="TaxCatchAll" ma:index="121" nillable="true" ma:displayName="Taxonomy Catch All Column" ma:hidden="true" ma:list="{530f955b-6704-4601-bd83-f81d87f1e440}" ma:internalName="TaxCatchAll" ma:showField="CatchAllData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axCatchAllLabel" ma:index="122" nillable="true" ma:displayName="Taxonomy Catch All Column1" ma:hidden="true" ma:list="{530f955b-6704-4601-bd83-f81d87f1e440}" ma:internalName="TaxCatchAllLabel" ma:readOnly="true" ma:showField="CatchAllDataLabel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emplateStatus" ma:index="123" nillable="true" ma:displayName="Template Status" ma:default="" ma:internalName="TemplateStatus">
      <xsd:simpleType>
        <xsd:restriction base="dms:Unknown"/>
      </xsd:simpleType>
    </xsd:element>
    <xsd:element name="TemplateTemplateType" ma:index="124" nillable="true" ma:displayName="Template Type" ma:default="" ma:internalName="TemplateTemplateType">
      <xsd:simpleType>
        <xsd:restriction base="dms:Unknown"/>
      </xsd:simpleType>
    </xsd:element>
    <xsd:element name="ThumbnailAssetId" ma:index="125" nillable="true" ma:displayName="Thumbnail Image Asset" ma:default="" ma:internalName="ThumbnailAssetId" ma:readOnly="false">
      <xsd:simpleType>
        <xsd:restriction base="dms:Text"/>
      </xsd:simpleType>
    </xsd:element>
    <xsd:element name="TimesCloned" ma:index="126" nillable="true" ma:displayName="Times Cloned" ma:default="" ma:internalName="TimesCloned" ma:readOnly="false">
      <xsd:simpleType>
        <xsd:restriction base="dms:Number"/>
      </xsd:simpleType>
    </xsd:element>
    <xsd:element name="TrustLevel" ma:index="128" nillable="true" ma:displayName="Trust Level" ma:default="1 Microsoft Managed Content" ma:internalName="TrustLevel" ma:readOnly="false">
      <xsd:simpleType>
        <xsd:restriction base="dms:Unknown"/>
      </xsd:simpleType>
    </xsd:element>
    <xsd:element name="UALocComments" ma:index="129" nillable="true" ma:displayName="UA Loc Comments" ma:default="" ma:internalName="UALocComments" ma:readOnly="false">
      <xsd:simpleType>
        <xsd:restriction base="dms:Note"/>
      </xsd:simpleType>
    </xsd:element>
    <xsd:element name="UALocRecommendation" ma:index="130" nillable="true" ma:displayName="UA Loc Recommendation" ma:default="Localize" ma:internalName="UALocRecommendation" ma:readOnly="false">
      <xsd:simpleType>
        <xsd:restriction base="dms:Choice">
          <xsd:enumeration value="Localize"/>
          <xsd:enumeration value="Never Localize"/>
          <xsd:enumeration value="Priority Localize"/>
        </xsd:restriction>
      </xsd:simpleType>
    </xsd:element>
    <xsd:element name="UANotes" ma:index="131" nillable="true" ma:displayName="UA Notes" ma:default="" ma:internalName="UANotes" ma:readOnly="false">
      <xsd:simpleType>
        <xsd:restriction base="dms:Note"/>
      </xsd:simpleType>
    </xsd:element>
    <xsd:element name="TPAppVersion" ma:index="132" nillable="true" ma:displayName="Version" ma:default="" ma:internalName="TPAppVersion">
      <xsd:simpleType>
        <xsd:restriction base="dms:Text"/>
      </xsd:simpleType>
    </xsd:element>
    <xsd:element name="VoteCount" ma:index="133" nillable="true" ma:displayName="Vote Count" ma:default="" ma:internalName="VoteCount" ma:readOnly="fals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22" ma:displayName="Content Type"/>
        <xsd:element ref="dc:title" minOccurs="0" maxOccurs="1" ma:index="127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DirectSourceMarket xmlns="4873beb7-5857-4685-be1f-d57550cc96cc" xsi:nil="true"/>
    <ApprovalStatus xmlns="4873beb7-5857-4685-be1f-d57550cc96cc">InProgress</ApprovalStatus>
    <MarketSpecific xmlns="4873beb7-5857-4685-be1f-d57550cc96cc">false</MarketSpecific>
    <LocComments xmlns="4873beb7-5857-4685-be1f-d57550cc96cc" xsi:nil="true"/>
    <ThumbnailAssetId xmlns="4873beb7-5857-4685-be1f-d57550cc96cc" xsi:nil="true"/>
    <PrimaryImageGen xmlns="4873beb7-5857-4685-be1f-d57550cc96cc">true</PrimaryImageGen>
    <LegacyData xmlns="4873beb7-5857-4685-be1f-d57550cc96cc" xsi:nil="true"/>
    <LocRecommendedHandoff xmlns="4873beb7-5857-4685-be1f-d57550cc96cc" xsi:nil="true"/>
    <BusinessGroup xmlns="4873beb7-5857-4685-be1f-d57550cc96cc" xsi:nil="true"/>
    <BlockPublish xmlns="4873beb7-5857-4685-be1f-d57550cc96cc">false</BlockPublish>
    <TPFriendlyName xmlns="4873beb7-5857-4685-be1f-d57550cc96cc" xsi:nil="true"/>
    <NumericId xmlns="4873beb7-5857-4685-be1f-d57550cc96cc" xsi:nil="true"/>
    <APEditor xmlns="4873beb7-5857-4685-be1f-d57550cc96cc">
      <UserInfo>
        <DisplayName/>
        <AccountId xsi:nil="true"/>
        <AccountType/>
      </UserInfo>
    </APEditor>
    <SourceTitle xmlns="4873beb7-5857-4685-be1f-d57550cc96cc" xsi:nil="true"/>
    <OpenTemplate xmlns="4873beb7-5857-4685-be1f-d57550cc96cc">true</OpenTemplate>
    <UALocComments xmlns="4873beb7-5857-4685-be1f-d57550cc96cc" xsi:nil="true"/>
    <ParentAssetId xmlns="4873beb7-5857-4685-be1f-d57550cc96cc" xsi:nil="true"/>
    <IntlLangReviewDate xmlns="4873beb7-5857-4685-be1f-d57550cc96cc" xsi:nil="true"/>
    <FeatureTagsTaxHTField0 xmlns="4873beb7-5857-4685-be1f-d57550cc96cc">
      <Terms xmlns="http://schemas.microsoft.com/office/infopath/2007/PartnerControls"/>
    </FeatureTagsTaxHTField0>
    <PublishStatusLookup xmlns="4873beb7-5857-4685-be1f-d57550cc96cc">
      <Value>1564227</Value>
    </PublishStatusLookup>
    <Providers xmlns="4873beb7-5857-4685-be1f-d57550cc96cc" xsi:nil="true"/>
    <MachineTranslated xmlns="4873beb7-5857-4685-be1f-d57550cc96cc">false</MachineTranslated>
    <OriginalSourceMarket xmlns="4873beb7-5857-4685-be1f-d57550cc96cc" xsi:nil="true"/>
    <APDescription xmlns="4873beb7-5857-4685-be1f-d57550cc96cc">Take your audience through a digital tunnel where they'll  burst through to the other side and see the information you want to present. Show them lists, charts, tables, SmartArt,  and pictures using a variety of layouts in widescreen (16X9) format. This design works well for subjects on science and technology, computers, communication, and more.   
</APDescription>
    <ClipArtFilename xmlns="4873beb7-5857-4685-be1f-d57550cc96cc" xsi:nil="true"/>
    <ContentItem xmlns="4873beb7-5857-4685-be1f-d57550cc96cc" xsi:nil="true"/>
    <TPInstallLocation xmlns="4873beb7-5857-4685-be1f-d57550cc96cc" xsi:nil="true"/>
    <PublishTargets xmlns="4873beb7-5857-4685-be1f-d57550cc96cc">OfficeOnlineVNext</PublishTargets>
    <TimesCloned xmlns="4873beb7-5857-4685-be1f-d57550cc96cc" xsi:nil="true"/>
    <AssetStart xmlns="4873beb7-5857-4685-be1f-d57550cc96cc">2012-05-11T02:04:00+00:00</AssetStart>
    <Provider xmlns="4873beb7-5857-4685-be1f-d57550cc96cc" xsi:nil="true"/>
    <AcquiredFrom xmlns="4873beb7-5857-4685-be1f-d57550cc96cc">Internal MS</AcquiredFrom>
    <FriendlyTitle xmlns="4873beb7-5857-4685-be1f-d57550cc96cc" xsi:nil="true"/>
    <LastHandOff xmlns="4873beb7-5857-4685-be1f-d57550cc96cc" xsi:nil="true"/>
    <TPClientViewer xmlns="4873beb7-5857-4685-be1f-d57550cc96cc" xsi:nil="true"/>
    <UACurrentWords xmlns="4873beb7-5857-4685-be1f-d57550cc96cc" xsi:nil="true"/>
    <ArtSampleDocs xmlns="4873beb7-5857-4685-be1f-d57550cc96cc" xsi:nil="true"/>
    <UALocRecommendation xmlns="4873beb7-5857-4685-be1f-d57550cc96cc">Localize</UALocRecommendation>
    <Manager xmlns="4873beb7-5857-4685-be1f-d57550cc96cc" xsi:nil="true"/>
    <ShowIn xmlns="4873beb7-5857-4685-be1f-d57550cc96cc">Show everywhere</ShowIn>
    <UANotes xmlns="4873beb7-5857-4685-be1f-d57550cc96cc" xsi:nil="true"/>
    <TemplateStatus xmlns="4873beb7-5857-4685-be1f-d57550cc96cc">Complete</TemplateStatus>
    <InternalTagsTaxHTField0 xmlns="4873beb7-5857-4685-be1f-d57550cc96cc">
      <Terms xmlns="http://schemas.microsoft.com/office/infopath/2007/PartnerControls"/>
    </InternalTagsTaxHTField0>
    <CSXHash xmlns="4873beb7-5857-4685-be1f-d57550cc96cc" xsi:nil="true"/>
    <Downloads xmlns="4873beb7-5857-4685-be1f-d57550cc96cc">0</Downloads>
    <VoteCount xmlns="4873beb7-5857-4685-be1f-d57550cc96cc" xsi:nil="true"/>
    <OOCacheId xmlns="4873beb7-5857-4685-be1f-d57550cc96cc" xsi:nil="true"/>
    <IsDeleted xmlns="4873beb7-5857-4685-be1f-d57550cc96cc">false</IsDeleted>
    <AssetExpire xmlns="4873beb7-5857-4685-be1f-d57550cc96cc">2029-01-01T08:00:00+00:00</AssetExpire>
    <DSATActionTaken xmlns="4873beb7-5857-4685-be1f-d57550cc96cc" xsi:nil="true"/>
    <CSXSubmissionMarket xmlns="4873beb7-5857-4685-be1f-d57550cc96cc" xsi:nil="true"/>
    <TPExecutable xmlns="4873beb7-5857-4685-be1f-d57550cc96cc" xsi:nil="true"/>
    <SubmitterId xmlns="4873beb7-5857-4685-be1f-d57550cc96cc" xsi:nil="true"/>
    <EditorialTags xmlns="4873beb7-5857-4685-be1f-d57550cc96cc" xsi:nil="true"/>
    <ApprovalLog xmlns="4873beb7-5857-4685-be1f-d57550cc96cc" xsi:nil="true"/>
    <AssetType xmlns="4873beb7-5857-4685-be1f-d57550cc96cc">TP</AssetType>
    <BugNumber xmlns="4873beb7-5857-4685-be1f-d57550cc96cc" xsi:nil="true"/>
    <CSXSubmissionDate xmlns="4873beb7-5857-4685-be1f-d57550cc96cc" xsi:nil="true"/>
    <CSXUpdate xmlns="4873beb7-5857-4685-be1f-d57550cc96cc">false</CSXUpdate>
    <Milestone xmlns="4873beb7-5857-4685-be1f-d57550cc96cc" xsi:nil="true"/>
    <RecommendationsModifier xmlns="4873beb7-5857-4685-be1f-d57550cc96cc" xsi:nil="true"/>
    <OriginAsset xmlns="4873beb7-5857-4685-be1f-d57550cc96cc" xsi:nil="true"/>
    <TPComponent xmlns="4873beb7-5857-4685-be1f-d57550cc96cc" xsi:nil="true"/>
    <AssetId xmlns="4873beb7-5857-4685-be1f-d57550cc96cc">TP102895246</AssetId>
    <IntlLocPriority xmlns="4873beb7-5857-4685-be1f-d57550cc96cc" xsi:nil="true"/>
    <PolicheckWords xmlns="4873beb7-5857-4685-be1f-d57550cc96cc" xsi:nil="true"/>
    <TPLaunchHelpLink xmlns="4873beb7-5857-4685-be1f-d57550cc96cc" xsi:nil="true"/>
    <TPApplication xmlns="4873beb7-5857-4685-be1f-d57550cc96cc" xsi:nil="true"/>
    <CrawlForDependencies xmlns="4873beb7-5857-4685-be1f-d57550cc96cc">false</CrawlForDependencies>
    <HandoffToMSDN xmlns="4873beb7-5857-4685-be1f-d57550cc96cc" xsi:nil="true"/>
    <PlannedPubDate xmlns="4873beb7-5857-4685-be1f-d57550cc96cc" xsi:nil="true"/>
    <IntlLangReviewer xmlns="4873beb7-5857-4685-be1f-d57550cc96cc" xsi:nil="true"/>
    <TrustLevel xmlns="4873beb7-5857-4685-be1f-d57550cc96cc">1 Microsoft Managed Content</TrustLevel>
    <LocLastLocAttemptVersionLookup xmlns="4873beb7-5857-4685-be1f-d57550cc96cc">835483</LocLastLocAttemptVersionLookup>
    <IsSearchable xmlns="4873beb7-5857-4685-be1f-d57550cc96cc">true</IsSearchable>
    <TemplateTemplateType xmlns="4873beb7-5857-4685-be1f-d57550cc96cc">PowerPoint Presentation Template</TemplateTemplateType>
    <CampaignTagsTaxHTField0 xmlns="4873beb7-5857-4685-be1f-d57550cc96cc">
      <Terms xmlns="http://schemas.microsoft.com/office/infopath/2007/PartnerControls"/>
    </CampaignTagsTaxHTField0>
    <TPNamespace xmlns="4873beb7-5857-4685-be1f-d57550cc96cc" xsi:nil="true"/>
    <TaxCatchAll xmlns="4873beb7-5857-4685-be1f-d57550cc96cc"/>
    <Markets xmlns="4873beb7-5857-4685-be1f-d57550cc96cc"/>
    <UAProjectedTotalWords xmlns="4873beb7-5857-4685-be1f-d57550cc96cc" xsi:nil="true"/>
    <IntlLangReview xmlns="4873beb7-5857-4685-be1f-d57550cc96cc">false</IntlLangReview>
    <OutputCachingOn xmlns="4873beb7-5857-4685-be1f-d57550cc96cc">false</OutputCachingOn>
    <AverageRating xmlns="4873beb7-5857-4685-be1f-d57550cc96cc" xsi:nil="true"/>
    <APAuthor xmlns="4873beb7-5857-4685-be1f-d57550cc96cc">
      <UserInfo>
        <DisplayName>REDMOND\v-vaddu</DisplayName>
        <AccountId>2567</AccountId>
        <AccountType/>
      </UserInfo>
    </APAuthor>
    <LocManualTestRequired xmlns="4873beb7-5857-4685-be1f-d57550cc96cc">false</LocManualTestRequired>
    <TPCommandLine xmlns="4873beb7-5857-4685-be1f-d57550cc96cc" xsi:nil="true"/>
    <TPAppVersion xmlns="4873beb7-5857-4685-be1f-d57550cc96cc" xsi:nil="true"/>
    <EditorialStatus xmlns="4873beb7-5857-4685-be1f-d57550cc96cc">Complete</EditorialStatus>
    <LastModifiedDateTime xmlns="4873beb7-5857-4685-be1f-d57550cc96cc" xsi:nil="true"/>
    <ScenarioTagsTaxHTField0 xmlns="4873beb7-5857-4685-be1f-d57550cc96cc">
      <Terms xmlns="http://schemas.microsoft.com/office/infopath/2007/PartnerControls"/>
    </ScenarioTagsTaxHTField0>
    <OriginalRelease xmlns="4873beb7-5857-4685-be1f-d57550cc96cc">15</OriginalRelease>
    <TPLaunchHelpLinkType xmlns="4873beb7-5857-4685-be1f-d57550cc96cc">Template</TPLaunchHelpLinkType>
    <LocalizationTagsTaxHTField0 xmlns="4873beb7-5857-4685-be1f-d57550cc96cc">
      <Terms xmlns="http://schemas.microsoft.com/office/infopath/2007/PartnerControls"/>
    </LocalizationTagsTaxHTField0>
    <LocMarketGroupTiers2 xmlns="4873beb7-5857-4685-be1f-d57550cc96cc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AssetEditForm</Edit>
  <New>DocumentLibraryForm</New>
</FormTemplates>
</file>

<file path=customXml/itemProps1.xml><?xml version="1.0" encoding="utf-8"?>
<ds:datastoreItem xmlns:ds="http://schemas.openxmlformats.org/officeDocument/2006/customXml" ds:itemID="{22CCB507-0646-4A50-A4F7-7F385079D58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873beb7-5857-4685-be1f-d57550cc96c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00E41224-0370-4595-877C-23316CD80004}">
  <ds:schemaRefs>
    <ds:schemaRef ds:uri="http://schemas.microsoft.com/office/2006/metadata/properties"/>
    <ds:schemaRef ds:uri="http://schemas.microsoft.com/office/infopath/2007/PartnerControls"/>
    <ds:schemaRef ds:uri="4873beb7-5857-4685-be1f-d57550cc96cc"/>
  </ds:schemaRefs>
</ds:datastoreItem>
</file>

<file path=customXml/itemProps3.xml><?xml version="1.0" encoding="utf-8"?>
<ds:datastoreItem xmlns:ds="http://schemas.openxmlformats.org/officeDocument/2006/customXml" ds:itemID="{74228E6B-D70C-44BB-A81F-A245495F612B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비즈니스 디지털 파란색 터널 프레젠테이션(와이드스크린)</Template>
  <TotalTime>111</TotalTime>
  <Words>303</Words>
  <Application>Microsoft Office PowerPoint</Application>
  <PresentationFormat>사용자 지정</PresentationFormat>
  <Paragraphs>77</Paragraphs>
  <Slides>14</Slides>
  <Notes>14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14</vt:i4>
      </vt:variant>
    </vt:vector>
  </HeadingPairs>
  <TitlesOfParts>
    <vt:vector size="18" baseType="lpstr">
      <vt:lpstr>malgun gothic</vt:lpstr>
      <vt:lpstr>Arial</vt:lpstr>
      <vt:lpstr>Corbel</vt:lpstr>
      <vt:lpstr>디지털 블루 터널 16x9</vt:lpstr>
      <vt:lpstr>The Deep</vt:lpstr>
      <vt:lpstr>Contents</vt:lpstr>
      <vt:lpstr>PowerPoint 프레젠테이션</vt:lpstr>
      <vt:lpstr>PowerPoint 프레젠테이션</vt:lpstr>
      <vt:lpstr>Reference (1)</vt:lpstr>
      <vt:lpstr>Reference (2)</vt:lpstr>
      <vt:lpstr>차트가 있는 제목 및 내용 레이아웃</vt:lpstr>
      <vt:lpstr>표가 있는 두 개의 내용 레이아웃</vt:lpstr>
      <vt:lpstr>SmartArt가 있는 제목 및 내용 레이아웃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Deep</dc:title>
  <dc:creator>명언 한</dc:creator>
  <cp:lastModifiedBy>명언 한</cp:lastModifiedBy>
  <cp:revision>3</cp:revision>
  <dcterms:created xsi:type="dcterms:W3CDTF">2025-12-16T06:53:41Z</dcterms:created>
  <dcterms:modified xsi:type="dcterms:W3CDTF">2025-12-16T08:45:24Z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nternalTags">
    <vt:lpwstr/>
  </property>
  <property fmtid="{D5CDD505-2E9C-101B-9397-08002B2CF9AE}" pid="3" name="ContentTypeId">
    <vt:lpwstr>0x0101006EDDDB5EE6D98C44930B742096920B300400F5B6D36B3EF94B4E9A635CDF2A18F5B8</vt:lpwstr>
  </property>
  <property fmtid="{D5CDD505-2E9C-101B-9397-08002B2CF9AE}" pid="4" name="FeatureTags">
    <vt:lpwstr/>
  </property>
  <property fmtid="{D5CDD505-2E9C-101B-9397-08002B2CF9AE}" pid="5" name="LocalizationTags">
    <vt:lpwstr/>
  </property>
  <property fmtid="{D5CDD505-2E9C-101B-9397-08002B2CF9AE}" pid="6" name="ScenarioTags">
    <vt:lpwstr/>
  </property>
  <property fmtid="{D5CDD505-2E9C-101B-9397-08002B2CF9AE}" pid="7" name="CampaignTags">
    <vt:lpwstr/>
  </property>
</Properties>
</file>